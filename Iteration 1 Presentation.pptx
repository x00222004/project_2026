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975293-7365-E8DC-6EC1-E244DD44CCB7}" v="35" dt="2026-03-04T22:01:09.8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00227628 Lukasz Kiraga" userId="S::x00227628@mytudublin.ie::a2ca824f-d1d0-4446-b5b3-a0a013ba5b13" providerId="AD" clId="Web-{85975293-7365-E8DC-6EC1-E244DD44CCB7}"/>
    <pc:docChg chg="addSld delSld modSld">
      <pc:chgData name="X00227628 Lukasz Kiraga" userId="S::x00227628@mytudublin.ie::a2ca824f-d1d0-4446-b5b3-a0a013ba5b13" providerId="AD" clId="Web-{85975293-7365-E8DC-6EC1-E244DD44CCB7}" dt="2026-03-04T22:01:09.854" v="49"/>
      <pc:docMkLst>
        <pc:docMk/>
      </pc:docMkLst>
      <pc:sldChg chg="addSp delSp modSp mod setBg">
        <pc:chgData name="X00227628 Lukasz Kiraga" userId="S::x00227628@mytudublin.ie::a2ca824f-d1d0-4446-b5b3-a0a013ba5b13" providerId="AD" clId="Web-{85975293-7365-E8DC-6EC1-E244DD44CCB7}" dt="2026-03-04T21:58:24.131" v="29"/>
        <pc:sldMkLst>
          <pc:docMk/>
          <pc:sldMk cId="109857222" sldId="256"/>
        </pc:sldMkLst>
        <pc:spChg chg="mod">
          <ac:chgData name="X00227628 Lukasz Kiraga" userId="S::x00227628@mytudublin.ie::a2ca824f-d1d0-4446-b5b3-a0a013ba5b13" providerId="AD" clId="Web-{85975293-7365-E8DC-6EC1-E244DD44CCB7}" dt="2026-03-04T21:58:24.131" v="29"/>
          <ac:spMkLst>
            <pc:docMk/>
            <pc:sldMk cId="109857222" sldId="256"/>
            <ac:spMk id="2" creationId="{00000000-0000-0000-0000-000000000000}"/>
          </ac:spMkLst>
        </pc:spChg>
        <pc:spChg chg="mod">
          <ac:chgData name="X00227628 Lukasz Kiraga" userId="S::x00227628@mytudublin.ie::a2ca824f-d1d0-4446-b5b3-a0a013ba5b13" providerId="AD" clId="Web-{85975293-7365-E8DC-6EC1-E244DD44CCB7}" dt="2026-03-04T21:58:24.131" v="29"/>
          <ac:spMkLst>
            <pc:docMk/>
            <pc:sldMk cId="109857222" sldId="256"/>
            <ac:spMk id="3" creationId="{00000000-0000-0000-0000-000000000000}"/>
          </ac:spMkLst>
        </pc:spChg>
        <pc:spChg chg="add del">
          <ac:chgData name="X00227628 Lukasz Kiraga" userId="S::x00227628@mytudublin.ie::a2ca824f-d1d0-4446-b5b3-a0a013ba5b13" providerId="AD" clId="Web-{85975293-7365-E8DC-6EC1-E244DD44CCB7}" dt="2026-03-04T21:58:24.115" v="28"/>
          <ac:spMkLst>
            <pc:docMk/>
            <pc:sldMk cId="109857222" sldId="256"/>
            <ac:spMk id="8" creationId="{577D6B2E-37A3-429E-A37C-F30ED6487282}"/>
          </ac:spMkLst>
        </pc:spChg>
        <pc:spChg chg="add del">
          <ac:chgData name="X00227628 Lukasz Kiraga" userId="S::x00227628@mytudublin.ie::a2ca824f-d1d0-4446-b5b3-a0a013ba5b13" providerId="AD" clId="Web-{85975293-7365-E8DC-6EC1-E244DD44CCB7}" dt="2026-03-04T21:58:02.396" v="24"/>
          <ac:spMkLst>
            <pc:docMk/>
            <pc:sldMk cId="109857222" sldId="256"/>
            <ac:spMk id="9" creationId="{C1DD1A8A-57D5-4A81-AD04-532B043C5611}"/>
          </ac:spMkLst>
        </pc:spChg>
        <pc:spChg chg="add del">
          <ac:chgData name="X00227628 Lukasz Kiraga" userId="S::x00227628@mytudublin.ie::a2ca824f-d1d0-4446-b5b3-a0a013ba5b13" providerId="AD" clId="Web-{85975293-7365-E8DC-6EC1-E244DD44CCB7}" dt="2026-03-04T21:58:24.115" v="28"/>
          <ac:spMkLst>
            <pc:docMk/>
            <pc:sldMk cId="109857222" sldId="256"/>
            <ac:spMk id="10" creationId="{5CEAD642-85CF-4750-8432-7C80C901F001}"/>
          </ac:spMkLst>
        </pc:spChg>
        <pc:spChg chg="add del">
          <ac:chgData name="X00227628 Lukasz Kiraga" userId="S::x00227628@mytudublin.ie::a2ca824f-d1d0-4446-b5b3-a0a013ba5b13" providerId="AD" clId="Web-{85975293-7365-E8DC-6EC1-E244DD44CCB7}" dt="2026-03-04T21:58:02.396" v="24"/>
          <ac:spMkLst>
            <pc:docMk/>
            <pc:sldMk cId="109857222" sldId="256"/>
            <ac:spMk id="11" creationId="{007891EC-4501-44ED-A8C8-B11B6DB767AB}"/>
          </ac:spMkLst>
        </pc:spChg>
        <pc:spChg chg="add del">
          <ac:chgData name="X00227628 Lukasz Kiraga" userId="S::x00227628@mytudublin.ie::a2ca824f-d1d0-4446-b5b3-a0a013ba5b13" providerId="AD" clId="Web-{85975293-7365-E8DC-6EC1-E244DD44CCB7}" dt="2026-03-04T21:58:12.787" v="26"/>
          <ac:spMkLst>
            <pc:docMk/>
            <pc:sldMk cId="109857222" sldId="256"/>
            <ac:spMk id="12" creationId="{74751229-0244-4FBB-BED1-407467F4C951}"/>
          </ac:spMkLst>
        </pc:spChg>
        <pc:spChg chg="add del">
          <ac:chgData name="X00227628 Lukasz Kiraga" userId="S::x00227628@mytudublin.ie::a2ca824f-d1d0-4446-b5b3-a0a013ba5b13" providerId="AD" clId="Web-{85975293-7365-E8DC-6EC1-E244DD44CCB7}" dt="2026-03-04T21:58:24.115" v="28"/>
          <ac:spMkLst>
            <pc:docMk/>
            <pc:sldMk cId="109857222" sldId="256"/>
            <ac:spMk id="14" creationId="{730D8B3B-9B80-4025-B934-26DC7D7CD231}"/>
          </ac:spMkLst>
        </pc:spChg>
        <pc:spChg chg="add del">
          <ac:chgData name="X00227628 Lukasz Kiraga" userId="S::x00227628@mytudublin.ie::a2ca824f-d1d0-4446-b5b3-a0a013ba5b13" providerId="AD" clId="Web-{85975293-7365-E8DC-6EC1-E244DD44CCB7}" dt="2026-03-04T21:58:24.115" v="28"/>
          <ac:spMkLst>
            <pc:docMk/>
            <pc:sldMk cId="109857222" sldId="256"/>
            <ac:spMk id="15" creationId="{FA33EEAE-15D5-4119-8C1E-89D943F911EF}"/>
          </ac:spMkLst>
        </pc:spChg>
        <pc:spChg chg="add del">
          <ac:chgData name="X00227628 Lukasz Kiraga" userId="S::x00227628@mytudublin.ie::a2ca824f-d1d0-4446-b5b3-a0a013ba5b13" providerId="AD" clId="Web-{85975293-7365-E8DC-6EC1-E244DD44CCB7}" dt="2026-03-04T21:58:24.115" v="28"/>
          <ac:spMkLst>
            <pc:docMk/>
            <pc:sldMk cId="109857222" sldId="256"/>
            <ac:spMk id="16" creationId="{1064D5D5-227B-4F66-9AEA-46F570E793BD}"/>
          </ac:spMkLst>
        </pc:spChg>
        <pc:spChg chg="add del">
          <ac:chgData name="X00227628 Lukasz Kiraga" userId="S::x00227628@mytudublin.ie::a2ca824f-d1d0-4446-b5b3-a0a013ba5b13" providerId="AD" clId="Web-{85975293-7365-E8DC-6EC1-E244DD44CCB7}" dt="2026-03-04T21:58:24.115" v="28"/>
          <ac:spMkLst>
            <pc:docMk/>
            <pc:sldMk cId="109857222" sldId="256"/>
            <ac:spMk id="18" creationId="{646B67A4-D328-4747-A82B-65E84FA46368}"/>
          </ac:spMkLst>
        </pc:spChg>
        <pc:spChg chg="add del">
          <ac:chgData name="X00227628 Lukasz Kiraga" userId="S::x00227628@mytudublin.ie::a2ca824f-d1d0-4446-b5b3-a0a013ba5b13" providerId="AD" clId="Web-{85975293-7365-E8DC-6EC1-E244DD44CCB7}" dt="2026-03-04T21:58:24.115" v="28"/>
          <ac:spMkLst>
            <pc:docMk/>
            <pc:sldMk cId="109857222" sldId="256"/>
            <ac:spMk id="20" creationId="{B5A1B09C-1565-46F8-B70F-621C5EB48A09}"/>
          </ac:spMkLst>
        </pc:spChg>
        <pc:spChg chg="add del">
          <ac:chgData name="X00227628 Lukasz Kiraga" userId="S::x00227628@mytudublin.ie::a2ca824f-d1d0-4446-b5b3-a0a013ba5b13" providerId="AD" clId="Web-{85975293-7365-E8DC-6EC1-E244DD44CCB7}" dt="2026-03-04T21:58:24.115" v="28"/>
          <ac:spMkLst>
            <pc:docMk/>
            <pc:sldMk cId="109857222" sldId="256"/>
            <ac:spMk id="22" creationId="{8C516CC8-80AC-446C-A56E-9F54B7210402}"/>
          </ac:spMkLst>
        </pc:spChg>
        <pc:spChg chg="add">
          <ac:chgData name="X00227628 Lukasz Kiraga" userId="S::x00227628@mytudublin.ie::a2ca824f-d1d0-4446-b5b3-a0a013ba5b13" providerId="AD" clId="Web-{85975293-7365-E8DC-6EC1-E244DD44CCB7}" dt="2026-03-04T21:58:24.131" v="29"/>
          <ac:spMkLst>
            <pc:docMk/>
            <pc:sldMk cId="109857222" sldId="256"/>
            <ac:spMk id="24" creationId="{74751229-0244-4FBB-BED1-407467F4C951}"/>
          </ac:spMkLst>
        </pc:spChg>
        <pc:picChg chg="add del">
          <ac:chgData name="X00227628 Lukasz Kiraga" userId="S::x00227628@mytudublin.ie::a2ca824f-d1d0-4446-b5b3-a0a013ba5b13" providerId="AD" clId="Web-{85975293-7365-E8DC-6EC1-E244DD44CCB7}" dt="2026-03-04T21:58:02.396" v="24"/>
          <ac:picMkLst>
            <pc:docMk/>
            <pc:sldMk cId="109857222" sldId="256"/>
            <ac:picMk id="5" creationId="{875189CC-387A-2B52-4A58-A0FF4C0B241F}"/>
          </ac:picMkLst>
        </pc:picChg>
        <pc:picChg chg="add del">
          <ac:chgData name="X00227628 Lukasz Kiraga" userId="S::x00227628@mytudublin.ie::a2ca824f-d1d0-4446-b5b3-a0a013ba5b13" providerId="AD" clId="Web-{85975293-7365-E8DC-6EC1-E244DD44CCB7}" dt="2026-03-04T21:58:12.787" v="26"/>
          <ac:picMkLst>
            <pc:docMk/>
            <pc:sldMk cId="109857222" sldId="256"/>
            <ac:picMk id="7" creationId="{7AE161F3-60F3-B781-3708-33515EEF807B}"/>
          </ac:picMkLst>
        </pc:picChg>
        <pc:picChg chg="add del">
          <ac:chgData name="X00227628 Lukasz Kiraga" userId="S::x00227628@mytudublin.ie::a2ca824f-d1d0-4446-b5b3-a0a013ba5b13" providerId="AD" clId="Web-{85975293-7365-E8DC-6EC1-E244DD44CCB7}" dt="2026-03-04T21:58:12.787" v="26"/>
          <ac:picMkLst>
            <pc:docMk/>
            <pc:sldMk cId="109857222" sldId="256"/>
            <ac:picMk id="13" creationId="{94A20740-B6CC-4D00-80C4-80751E57631C}"/>
          </ac:picMkLst>
        </pc:picChg>
        <pc:picChg chg="add">
          <ac:chgData name="X00227628 Lukasz Kiraga" userId="S::x00227628@mytudublin.ie::a2ca824f-d1d0-4446-b5b3-a0a013ba5b13" providerId="AD" clId="Web-{85975293-7365-E8DC-6EC1-E244DD44CCB7}" dt="2026-03-04T21:58:24.131" v="29"/>
          <ac:picMkLst>
            <pc:docMk/>
            <pc:sldMk cId="109857222" sldId="256"/>
            <ac:picMk id="25" creationId="{7AE161F3-60F3-B781-3708-33515EEF807B}"/>
          </ac:picMkLst>
        </pc:picChg>
        <pc:picChg chg="add">
          <ac:chgData name="X00227628 Lukasz Kiraga" userId="S::x00227628@mytudublin.ie::a2ca824f-d1d0-4446-b5b3-a0a013ba5b13" providerId="AD" clId="Web-{85975293-7365-E8DC-6EC1-E244DD44CCB7}" dt="2026-03-04T21:58:24.131" v="29"/>
          <ac:picMkLst>
            <pc:docMk/>
            <pc:sldMk cId="109857222" sldId="256"/>
            <ac:picMk id="26" creationId="{94A20740-B6CC-4D00-80C4-80751E57631C}"/>
          </ac:picMkLst>
        </pc:picChg>
      </pc:sldChg>
      <pc:sldChg chg="addSp modSp new mod setBg">
        <pc:chgData name="X00227628 Lukasz Kiraga" userId="S::x00227628@mytudublin.ie::a2ca824f-d1d0-4446-b5b3-a0a013ba5b13" providerId="AD" clId="Web-{85975293-7365-E8DC-6EC1-E244DD44CCB7}" dt="2026-03-04T21:58:33.350" v="30"/>
        <pc:sldMkLst>
          <pc:docMk/>
          <pc:sldMk cId="713818238" sldId="257"/>
        </pc:sldMkLst>
        <pc:spChg chg="mod">
          <ac:chgData name="X00227628 Lukasz Kiraga" userId="S::x00227628@mytudublin.ie::a2ca824f-d1d0-4446-b5b3-a0a013ba5b13" providerId="AD" clId="Web-{85975293-7365-E8DC-6EC1-E244DD44CCB7}" dt="2026-03-04T21:58:33.350" v="30"/>
          <ac:spMkLst>
            <pc:docMk/>
            <pc:sldMk cId="713818238" sldId="257"/>
            <ac:spMk id="2" creationId="{6C52AA99-EC01-C719-B2C3-1FB9132AE0B1}"/>
          </ac:spMkLst>
        </pc:spChg>
        <pc:spChg chg="mod">
          <ac:chgData name="X00227628 Lukasz Kiraga" userId="S::x00227628@mytudublin.ie::a2ca824f-d1d0-4446-b5b3-a0a013ba5b13" providerId="AD" clId="Web-{85975293-7365-E8DC-6EC1-E244DD44CCB7}" dt="2026-03-04T21:58:33.350" v="30"/>
          <ac:spMkLst>
            <pc:docMk/>
            <pc:sldMk cId="713818238" sldId="257"/>
            <ac:spMk id="3" creationId="{1807EDC3-D82D-4D0B-4825-1D813951CB90}"/>
          </ac:spMkLst>
        </pc:spChg>
        <pc:picChg chg="add">
          <ac:chgData name="X00227628 Lukasz Kiraga" userId="S::x00227628@mytudublin.ie::a2ca824f-d1d0-4446-b5b3-a0a013ba5b13" providerId="AD" clId="Web-{85975293-7365-E8DC-6EC1-E244DD44CCB7}" dt="2026-03-04T21:58:33.350" v="30"/>
          <ac:picMkLst>
            <pc:docMk/>
            <pc:sldMk cId="713818238" sldId="257"/>
            <ac:picMk id="5" creationId="{F4F6BE24-84C8-931E-4C69-234489F752B4}"/>
          </ac:picMkLst>
        </pc:picChg>
        <pc:cxnChg chg="add">
          <ac:chgData name="X00227628 Lukasz Kiraga" userId="S::x00227628@mytudublin.ie::a2ca824f-d1d0-4446-b5b3-a0a013ba5b13" providerId="AD" clId="Web-{85975293-7365-E8DC-6EC1-E244DD44CCB7}" dt="2026-03-04T21:58:33.350" v="30"/>
          <ac:cxnSpMkLst>
            <pc:docMk/>
            <pc:sldMk cId="713818238" sldId="257"/>
            <ac:cxnSpMk id="9" creationId="{1503BFE4-729B-D9D0-C17B-501E6AF1127A}"/>
          </ac:cxnSpMkLst>
        </pc:cxnChg>
      </pc:sldChg>
      <pc:sldChg chg="addSp delSp modSp new mod setBg">
        <pc:chgData name="X00227628 Lukasz Kiraga" userId="S::x00227628@mytudublin.ie::a2ca824f-d1d0-4446-b5b3-a0a013ba5b13" providerId="AD" clId="Web-{85975293-7365-E8DC-6EC1-E244DD44CCB7}" dt="2026-03-04T21:59:42.414" v="39"/>
        <pc:sldMkLst>
          <pc:docMk/>
          <pc:sldMk cId="1241629875" sldId="258"/>
        </pc:sldMkLst>
        <pc:spChg chg="mod">
          <ac:chgData name="X00227628 Lukasz Kiraga" userId="S::x00227628@mytudublin.ie::a2ca824f-d1d0-4446-b5b3-a0a013ba5b13" providerId="AD" clId="Web-{85975293-7365-E8DC-6EC1-E244DD44CCB7}" dt="2026-03-04T21:59:29.602" v="38"/>
          <ac:spMkLst>
            <pc:docMk/>
            <pc:sldMk cId="1241629875" sldId="258"/>
            <ac:spMk id="2" creationId="{D84DCC90-4FFD-E72A-3A2F-D3B217825389}"/>
          </ac:spMkLst>
        </pc:spChg>
        <pc:spChg chg="del mod">
          <ac:chgData name="X00227628 Lukasz Kiraga" userId="S::x00227628@mytudublin.ie::a2ca824f-d1d0-4446-b5b3-a0a013ba5b13" providerId="AD" clId="Web-{85975293-7365-E8DC-6EC1-E244DD44CCB7}" dt="2026-03-04T21:58:47.522" v="31"/>
          <ac:spMkLst>
            <pc:docMk/>
            <pc:sldMk cId="1241629875" sldId="258"/>
            <ac:spMk id="3" creationId="{7656211A-3FF5-C33E-92F1-248EC14F88B8}"/>
          </ac:spMkLst>
        </pc:spChg>
        <pc:spChg chg="add del">
          <ac:chgData name="X00227628 Lukasz Kiraga" userId="S::x00227628@mytudublin.ie::a2ca824f-d1d0-4446-b5b3-a0a013ba5b13" providerId="AD" clId="Web-{85975293-7365-E8DC-6EC1-E244DD44CCB7}" dt="2026-03-04T21:59:29.602" v="38"/>
          <ac:spMkLst>
            <pc:docMk/>
            <pc:sldMk cId="1241629875" sldId="258"/>
            <ac:spMk id="9" creationId="{56E9B3E6-E277-4D68-BA48-9CB43FFBD6E2}"/>
          </ac:spMkLst>
        </pc:spChg>
        <pc:spChg chg="add del">
          <ac:chgData name="X00227628 Lukasz Kiraga" userId="S::x00227628@mytudublin.ie::a2ca824f-d1d0-4446-b5b3-a0a013ba5b13" providerId="AD" clId="Web-{85975293-7365-E8DC-6EC1-E244DD44CCB7}" dt="2026-03-04T21:59:29.602" v="38"/>
          <ac:spMkLst>
            <pc:docMk/>
            <pc:sldMk cId="1241629875" sldId="258"/>
            <ac:spMk id="16" creationId="{D5B0017B-2ECA-49AF-B397-DC140825DF8D}"/>
          </ac:spMkLst>
        </pc:spChg>
        <pc:spChg chg="add del">
          <ac:chgData name="X00227628 Lukasz Kiraga" userId="S::x00227628@mytudublin.ie::a2ca824f-d1d0-4446-b5b3-a0a013ba5b13" providerId="AD" clId="Web-{85975293-7365-E8DC-6EC1-E244DD44CCB7}" dt="2026-03-04T21:59:27.117" v="35"/>
          <ac:spMkLst>
            <pc:docMk/>
            <pc:sldMk cId="1241629875" sldId="258"/>
            <ac:spMk id="23" creationId="{42A4FC2C-047E-45A5-965D-8E1E3BF09BC6}"/>
          </ac:spMkLst>
        </pc:spChg>
        <pc:spChg chg="add del">
          <ac:chgData name="X00227628 Lukasz Kiraga" userId="S::x00227628@mytudublin.ie::a2ca824f-d1d0-4446-b5b3-a0a013ba5b13" providerId="AD" clId="Web-{85975293-7365-E8DC-6EC1-E244DD44CCB7}" dt="2026-03-04T21:59:29.539" v="37"/>
          <ac:spMkLst>
            <pc:docMk/>
            <pc:sldMk cId="1241629875" sldId="258"/>
            <ac:spMk id="25" creationId="{B2DD41CD-8F47-4F56-AD12-4E2FF7696987}"/>
          </ac:spMkLst>
        </pc:spChg>
        <pc:spChg chg="add del">
          <ac:chgData name="X00227628 Lukasz Kiraga" userId="S::x00227628@mytudublin.ie::a2ca824f-d1d0-4446-b5b3-a0a013ba5b13" providerId="AD" clId="Web-{85975293-7365-E8DC-6EC1-E244DD44CCB7}" dt="2026-03-04T21:59:29.539" v="37"/>
          <ac:spMkLst>
            <pc:docMk/>
            <pc:sldMk cId="1241629875" sldId="258"/>
            <ac:spMk id="26" creationId="{45D37F4E-DDB4-456B-97E0-9937730A039F}"/>
          </ac:spMkLst>
        </pc:spChg>
        <pc:spChg chg="add">
          <ac:chgData name="X00227628 Lukasz Kiraga" userId="S::x00227628@mytudublin.ie::a2ca824f-d1d0-4446-b5b3-a0a013ba5b13" providerId="AD" clId="Web-{85975293-7365-E8DC-6EC1-E244DD44CCB7}" dt="2026-03-04T21:59:29.602" v="38"/>
          <ac:spMkLst>
            <pc:docMk/>
            <pc:sldMk cId="1241629875" sldId="258"/>
            <ac:spMk id="28" creationId="{257363FD-7E77-4145-9483-331A807ADF0E}"/>
          </ac:spMkLst>
        </pc:spChg>
        <pc:grpChg chg="add del">
          <ac:chgData name="X00227628 Lukasz Kiraga" userId="S::x00227628@mytudublin.ie::a2ca824f-d1d0-4446-b5b3-a0a013ba5b13" providerId="AD" clId="Web-{85975293-7365-E8DC-6EC1-E244DD44CCB7}" dt="2026-03-04T21:59:29.602" v="38"/>
          <ac:grpSpMkLst>
            <pc:docMk/>
            <pc:sldMk cId="1241629875" sldId="258"/>
            <ac:grpSpMk id="11" creationId="{AE1C45F0-260A-458C-96ED-C1F6D2151219}"/>
          </ac:grpSpMkLst>
        </pc:grpChg>
        <pc:graphicFrameChg chg="add mod modGraphic">
          <ac:chgData name="X00227628 Lukasz Kiraga" userId="S::x00227628@mytudublin.ie::a2ca824f-d1d0-4446-b5b3-a0a013ba5b13" providerId="AD" clId="Web-{85975293-7365-E8DC-6EC1-E244DD44CCB7}" dt="2026-03-04T21:59:42.414" v="39"/>
          <ac:graphicFrameMkLst>
            <pc:docMk/>
            <pc:sldMk cId="1241629875" sldId="258"/>
            <ac:graphicFrameMk id="5" creationId="{41108981-5557-DEE5-7385-62086BA7E6AF}"/>
          </ac:graphicFrameMkLst>
        </pc:graphicFrameChg>
        <pc:cxnChg chg="add del">
          <ac:chgData name="X00227628 Lukasz Kiraga" userId="S::x00227628@mytudublin.ie::a2ca824f-d1d0-4446-b5b3-a0a013ba5b13" providerId="AD" clId="Web-{85975293-7365-E8DC-6EC1-E244DD44CCB7}" dt="2026-03-04T21:59:29.602" v="38"/>
          <ac:cxnSpMkLst>
            <pc:docMk/>
            <pc:sldMk cId="1241629875" sldId="258"/>
            <ac:cxnSpMk id="18" creationId="{6CF1BAF6-AD41-4082-B212-8A1F9A2E8779}"/>
          </ac:cxnSpMkLst>
        </pc:cxnChg>
      </pc:sldChg>
      <pc:sldChg chg="addSp delSp modSp new mod setBg">
        <pc:chgData name="X00227628 Lukasz Kiraga" userId="S::x00227628@mytudublin.ie::a2ca824f-d1d0-4446-b5b3-a0a013ba5b13" providerId="AD" clId="Web-{85975293-7365-E8DC-6EC1-E244DD44CCB7}" dt="2026-03-04T21:59:59.540" v="42"/>
        <pc:sldMkLst>
          <pc:docMk/>
          <pc:sldMk cId="2823549146" sldId="259"/>
        </pc:sldMkLst>
        <pc:spChg chg="mod">
          <ac:chgData name="X00227628 Lukasz Kiraga" userId="S::x00227628@mytudublin.ie::a2ca824f-d1d0-4446-b5b3-a0a013ba5b13" providerId="AD" clId="Web-{85975293-7365-E8DC-6EC1-E244DD44CCB7}" dt="2026-03-04T21:59:59.540" v="42"/>
          <ac:spMkLst>
            <pc:docMk/>
            <pc:sldMk cId="2823549146" sldId="259"/>
            <ac:spMk id="2" creationId="{FB0FE0D5-0D12-C478-8D9B-B50414E3E8A3}"/>
          </ac:spMkLst>
        </pc:spChg>
        <pc:spChg chg="add del mod">
          <ac:chgData name="X00227628 Lukasz Kiraga" userId="S::x00227628@mytudublin.ie::a2ca824f-d1d0-4446-b5b3-a0a013ba5b13" providerId="AD" clId="Web-{85975293-7365-E8DC-6EC1-E244DD44CCB7}" dt="2026-03-04T21:59:59.540" v="42"/>
          <ac:spMkLst>
            <pc:docMk/>
            <pc:sldMk cId="2823549146" sldId="259"/>
            <ac:spMk id="3" creationId="{CD9F58A5-C9B3-6CD3-2598-1F69EA5ED04D}"/>
          </ac:spMkLst>
        </pc:spChg>
        <pc:spChg chg="add">
          <ac:chgData name="X00227628 Lukasz Kiraga" userId="S::x00227628@mytudublin.ie::a2ca824f-d1d0-4446-b5b3-a0a013ba5b13" providerId="AD" clId="Web-{85975293-7365-E8DC-6EC1-E244DD44CCB7}" dt="2026-03-04T21:59:59.540" v="42"/>
          <ac:spMkLst>
            <pc:docMk/>
            <pc:sldMk cId="2823549146" sldId="259"/>
            <ac:spMk id="7" creationId="{CD9F58A5-C9B3-6CD3-2598-1F69EA5ED04D}"/>
          </ac:spMkLst>
        </pc:spChg>
        <pc:spChg chg="add">
          <ac:chgData name="X00227628 Lukasz Kiraga" userId="S::x00227628@mytudublin.ie::a2ca824f-d1d0-4446-b5b3-a0a013ba5b13" providerId="AD" clId="Web-{85975293-7365-E8DC-6EC1-E244DD44CCB7}" dt="2026-03-04T21:59:59.540" v="42"/>
          <ac:spMkLst>
            <pc:docMk/>
            <pc:sldMk cId="2823549146" sldId="259"/>
            <ac:spMk id="9" creationId="{C0763A76-9F1C-4FC5-82B7-DD475DA461B2}"/>
          </ac:spMkLst>
        </pc:spChg>
        <pc:spChg chg="add">
          <ac:chgData name="X00227628 Lukasz Kiraga" userId="S::x00227628@mytudublin.ie::a2ca824f-d1d0-4446-b5b3-a0a013ba5b13" providerId="AD" clId="Web-{85975293-7365-E8DC-6EC1-E244DD44CCB7}" dt="2026-03-04T21:59:59.540" v="42"/>
          <ac:spMkLst>
            <pc:docMk/>
            <pc:sldMk cId="2823549146" sldId="259"/>
            <ac:spMk id="11" creationId="{E81BF4F6-F2CF-4984-9D14-D6966D92F99F}"/>
          </ac:spMkLst>
        </pc:spChg>
        <pc:graphicFrameChg chg="add del">
          <ac:chgData name="X00227628 Lukasz Kiraga" userId="S::x00227628@mytudublin.ie::a2ca824f-d1d0-4446-b5b3-a0a013ba5b13" providerId="AD" clId="Web-{85975293-7365-E8DC-6EC1-E244DD44CCB7}" dt="2026-03-04T21:59:59.524" v="41"/>
          <ac:graphicFrameMkLst>
            <pc:docMk/>
            <pc:sldMk cId="2823549146" sldId="259"/>
            <ac:graphicFrameMk id="5" creationId="{1FA12A00-350D-00E8-E787-97EFED21EED0}"/>
          </ac:graphicFrameMkLst>
        </pc:graphicFrameChg>
        <pc:picChg chg="add">
          <ac:chgData name="X00227628 Lukasz Kiraga" userId="S::x00227628@mytudublin.ie::a2ca824f-d1d0-4446-b5b3-a0a013ba5b13" providerId="AD" clId="Web-{85975293-7365-E8DC-6EC1-E244DD44CCB7}" dt="2026-03-04T21:59:59.540" v="42"/>
          <ac:picMkLst>
            <pc:docMk/>
            <pc:sldMk cId="2823549146" sldId="259"/>
            <ac:picMk id="8" creationId="{5168631F-A0DC-B8A8-5218-C12DE63B323B}"/>
          </ac:picMkLst>
        </pc:picChg>
      </pc:sldChg>
      <pc:sldChg chg="addSp delSp modSp new">
        <pc:chgData name="X00227628 Lukasz Kiraga" userId="S::x00227628@mytudublin.ie::a2ca824f-d1d0-4446-b5b3-a0a013ba5b13" providerId="AD" clId="Web-{85975293-7365-E8DC-6EC1-E244DD44CCB7}" dt="2026-03-04T22:00:48.744" v="47" actId="20577"/>
        <pc:sldMkLst>
          <pc:docMk/>
          <pc:sldMk cId="2909126411" sldId="260"/>
        </pc:sldMkLst>
        <pc:spChg chg="mod">
          <ac:chgData name="X00227628 Lukasz Kiraga" userId="S::x00227628@mytudublin.ie::a2ca824f-d1d0-4446-b5b3-a0a013ba5b13" providerId="AD" clId="Web-{85975293-7365-E8DC-6EC1-E244DD44CCB7}" dt="2026-03-04T22:00:48.744" v="47" actId="20577"/>
          <ac:spMkLst>
            <pc:docMk/>
            <pc:sldMk cId="2909126411" sldId="260"/>
            <ac:spMk id="2" creationId="{D9E4FF62-A6CA-4780-E4D2-80ACFCD722C3}"/>
          </ac:spMkLst>
        </pc:spChg>
        <pc:spChg chg="del mod">
          <ac:chgData name="X00227628 Lukasz Kiraga" userId="S::x00227628@mytudublin.ie::a2ca824f-d1d0-4446-b5b3-a0a013ba5b13" providerId="AD" clId="Web-{85975293-7365-E8DC-6EC1-E244DD44CCB7}" dt="2026-03-04T22:00:09.790" v="43"/>
          <ac:spMkLst>
            <pc:docMk/>
            <pc:sldMk cId="2909126411" sldId="260"/>
            <ac:spMk id="3" creationId="{A803B354-B6B9-9D6A-B514-DE8F40822611}"/>
          </ac:spMkLst>
        </pc:spChg>
        <pc:graphicFrameChg chg="add">
          <ac:chgData name="X00227628 Lukasz Kiraga" userId="S::x00227628@mytudublin.ie::a2ca824f-d1d0-4446-b5b3-a0a013ba5b13" providerId="AD" clId="Web-{85975293-7365-E8DC-6EC1-E244DD44CCB7}" dt="2026-03-04T22:00:09.790" v="43"/>
          <ac:graphicFrameMkLst>
            <pc:docMk/>
            <pc:sldMk cId="2909126411" sldId="260"/>
            <ac:graphicFrameMk id="5" creationId="{F08DE5FE-8900-98A3-CC68-817E1316BC77}"/>
          </ac:graphicFrameMkLst>
        </pc:graphicFrameChg>
      </pc:sldChg>
      <pc:sldChg chg="new del">
        <pc:chgData name="X00227628 Lukasz Kiraga" userId="S::x00227628@mytudublin.ie::a2ca824f-d1d0-4446-b5b3-a0a013ba5b13" providerId="AD" clId="Web-{85975293-7365-E8DC-6EC1-E244DD44CCB7}" dt="2026-03-04T22:01:09.854" v="49"/>
        <pc:sldMkLst>
          <pc:docMk/>
          <pc:sldMk cId="2399023238" sldId="261"/>
        </pc:sldMkLst>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0411DA-357D-40C8-A031-F60B9143AF7F}" type="doc">
      <dgm:prSet loTypeId="urn:microsoft.com/office/officeart/2005/8/layout/hierarchy1" loCatId="hierarchy" qsTypeId="urn:microsoft.com/office/officeart/2005/8/quickstyle/simple2" qsCatId="simple" csTypeId="urn:microsoft.com/office/officeart/2005/8/colors/colorful1" csCatId="colorful"/>
      <dgm:spPr/>
      <dgm:t>
        <a:bodyPr/>
        <a:lstStyle/>
        <a:p>
          <a:endParaRPr lang="en-US"/>
        </a:p>
      </dgm:t>
    </dgm:pt>
    <dgm:pt modelId="{131B524F-D96A-4FE4-89AE-2B65749EBAA3}">
      <dgm:prSet/>
      <dgm:spPr/>
      <dgm:t>
        <a:bodyPr/>
        <a:lstStyle/>
        <a:p>
          <a:r>
            <a:rPr lang="en-GB"/>
            <a:t>Merging was possibly the most difficult part of this phase.</a:t>
          </a:r>
          <a:endParaRPr lang="en-US"/>
        </a:p>
      </dgm:t>
    </dgm:pt>
    <dgm:pt modelId="{AD6C788F-C46D-4DD1-A909-9CD2FD197036}" type="parTrans" cxnId="{50F3F2D7-A8DB-41B0-8C13-8720AF82D638}">
      <dgm:prSet/>
      <dgm:spPr/>
      <dgm:t>
        <a:bodyPr/>
        <a:lstStyle/>
        <a:p>
          <a:endParaRPr lang="en-US"/>
        </a:p>
      </dgm:t>
    </dgm:pt>
    <dgm:pt modelId="{E56799A1-46DB-48D9-9AEF-A7F0272105FE}" type="sibTrans" cxnId="{50F3F2D7-A8DB-41B0-8C13-8720AF82D638}">
      <dgm:prSet/>
      <dgm:spPr/>
      <dgm:t>
        <a:bodyPr/>
        <a:lstStyle/>
        <a:p>
          <a:endParaRPr lang="en-US"/>
        </a:p>
      </dgm:t>
    </dgm:pt>
    <dgm:pt modelId="{47AB6938-DDD6-4518-87E7-6A97E87F4BA1}">
      <dgm:prSet/>
      <dgm:spPr/>
      <dgm:t>
        <a:bodyPr/>
        <a:lstStyle/>
        <a:p>
          <a:r>
            <a:rPr lang="en-GB"/>
            <a:t>We used the Pandas ‘intersection’ tool to find similarities between the three datasets.</a:t>
          </a:r>
          <a:endParaRPr lang="en-US"/>
        </a:p>
      </dgm:t>
    </dgm:pt>
    <dgm:pt modelId="{36DF6F44-E319-4172-B6C5-AA43E46F32EF}" type="parTrans" cxnId="{5D9C3E01-A2EB-464F-B79A-C999EC9B5D15}">
      <dgm:prSet/>
      <dgm:spPr/>
      <dgm:t>
        <a:bodyPr/>
        <a:lstStyle/>
        <a:p>
          <a:endParaRPr lang="en-US"/>
        </a:p>
      </dgm:t>
    </dgm:pt>
    <dgm:pt modelId="{8EC4193A-E2C1-4A0E-B285-97948E8666AB}" type="sibTrans" cxnId="{5D9C3E01-A2EB-464F-B79A-C999EC9B5D15}">
      <dgm:prSet/>
      <dgm:spPr/>
      <dgm:t>
        <a:bodyPr/>
        <a:lstStyle/>
        <a:p>
          <a:endParaRPr lang="en-US"/>
        </a:p>
      </dgm:t>
    </dgm:pt>
    <dgm:pt modelId="{482E3179-C74F-4739-8BE5-49B301612A9A}">
      <dgm:prSet/>
      <dgm:spPr/>
      <dgm:t>
        <a:bodyPr/>
        <a:lstStyle/>
        <a:p>
          <a:r>
            <a:rPr lang="en-GB"/>
            <a:t>Team members used external resources like </a:t>
          </a:r>
          <a:r>
            <a:rPr lang="en-GB" b="1"/>
            <a:t>W3Schools</a:t>
          </a:r>
          <a:r>
            <a:rPr lang="en-GB"/>
            <a:t> and </a:t>
          </a:r>
          <a:r>
            <a:rPr lang="en-GB" b="1"/>
            <a:t>GeeksforGeeks</a:t>
          </a:r>
          <a:r>
            <a:rPr lang="en-GB"/>
            <a:t> to help learn and use different Pandas functions such as ’value_counts()’ and ‘intersection’.</a:t>
          </a:r>
          <a:endParaRPr lang="en-US"/>
        </a:p>
      </dgm:t>
    </dgm:pt>
    <dgm:pt modelId="{F7503E18-9A4C-4965-BB0F-A69228770EFA}" type="parTrans" cxnId="{9BB54C08-A59A-40D3-8740-4C52E2B9CCF7}">
      <dgm:prSet/>
      <dgm:spPr/>
      <dgm:t>
        <a:bodyPr/>
        <a:lstStyle/>
        <a:p>
          <a:endParaRPr lang="en-US"/>
        </a:p>
      </dgm:t>
    </dgm:pt>
    <dgm:pt modelId="{594A56F0-47C7-4216-A727-C7FBD4D1705B}" type="sibTrans" cxnId="{9BB54C08-A59A-40D3-8740-4C52E2B9CCF7}">
      <dgm:prSet/>
      <dgm:spPr/>
      <dgm:t>
        <a:bodyPr/>
        <a:lstStyle/>
        <a:p>
          <a:endParaRPr lang="en-US"/>
        </a:p>
      </dgm:t>
    </dgm:pt>
    <dgm:pt modelId="{16B9DA23-BC3D-43A6-9DD0-CBD81D9B54D7}" type="pres">
      <dgm:prSet presAssocID="{E00411DA-357D-40C8-A031-F60B9143AF7F}" presName="hierChild1" presStyleCnt="0">
        <dgm:presLayoutVars>
          <dgm:chPref val="1"/>
          <dgm:dir/>
          <dgm:animOne val="branch"/>
          <dgm:animLvl val="lvl"/>
          <dgm:resizeHandles/>
        </dgm:presLayoutVars>
      </dgm:prSet>
      <dgm:spPr/>
    </dgm:pt>
    <dgm:pt modelId="{25DB5760-ED12-45DB-A79C-673332ABB313}" type="pres">
      <dgm:prSet presAssocID="{131B524F-D96A-4FE4-89AE-2B65749EBAA3}" presName="hierRoot1" presStyleCnt="0"/>
      <dgm:spPr/>
    </dgm:pt>
    <dgm:pt modelId="{D89702AA-AD96-4244-A3CD-D4FB32E95900}" type="pres">
      <dgm:prSet presAssocID="{131B524F-D96A-4FE4-89AE-2B65749EBAA3}" presName="composite" presStyleCnt="0"/>
      <dgm:spPr/>
    </dgm:pt>
    <dgm:pt modelId="{F8FE60F7-332A-4E37-A312-BE7D2E374B4E}" type="pres">
      <dgm:prSet presAssocID="{131B524F-D96A-4FE4-89AE-2B65749EBAA3}" presName="background" presStyleLbl="node0" presStyleIdx="0" presStyleCnt="3"/>
      <dgm:spPr/>
    </dgm:pt>
    <dgm:pt modelId="{2F951765-6EE6-4BA5-B137-33817EE0F790}" type="pres">
      <dgm:prSet presAssocID="{131B524F-D96A-4FE4-89AE-2B65749EBAA3}" presName="text" presStyleLbl="fgAcc0" presStyleIdx="0" presStyleCnt="3">
        <dgm:presLayoutVars>
          <dgm:chPref val="3"/>
        </dgm:presLayoutVars>
      </dgm:prSet>
      <dgm:spPr/>
    </dgm:pt>
    <dgm:pt modelId="{12089A26-7296-4530-A3A6-D84097EF31CE}" type="pres">
      <dgm:prSet presAssocID="{131B524F-D96A-4FE4-89AE-2B65749EBAA3}" presName="hierChild2" presStyleCnt="0"/>
      <dgm:spPr/>
    </dgm:pt>
    <dgm:pt modelId="{DA03BBC7-2B2A-4382-BDDF-74739EE82F33}" type="pres">
      <dgm:prSet presAssocID="{47AB6938-DDD6-4518-87E7-6A97E87F4BA1}" presName="hierRoot1" presStyleCnt="0"/>
      <dgm:spPr/>
    </dgm:pt>
    <dgm:pt modelId="{B037543B-53C4-439B-97C2-690741BF4B39}" type="pres">
      <dgm:prSet presAssocID="{47AB6938-DDD6-4518-87E7-6A97E87F4BA1}" presName="composite" presStyleCnt="0"/>
      <dgm:spPr/>
    </dgm:pt>
    <dgm:pt modelId="{2F3FC452-2D9C-4972-80EE-48863A55D9CF}" type="pres">
      <dgm:prSet presAssocID="{47AB6938-DDD6-4518-87E7-6A97E87F4BA1}" presName="background" presStyleLbl="node0" presStyleIdx="1" presStyleCnt="3"/>
      <dgm:spPr/>
    </dgm:pt>
    <dgm:pt modelId="{28AB91C2-49C0-4347-BAC4-262FD523BF44}" type="pres">
      <dgm:prSet presAssocID="{47AB6938-DDD6-4518-87E7-6A97E87F4BA1}" presName="text" presStyleLbl="fgAcc0" presStyleIdx="1" presStyleCnt="3">
        <dgm:presLayoutVars>
          <dgm:chPref val="3"/>
        </dgm:presLayoutVars>
      </dgm:prSet>
      <dgm:spPr/>
    </dgm:pt>
    <dgm:pt modelId="{0FF1387F-7368-44E5-B143-43F976B898F3}" type="pres">
      <dgm:prSet presAssocID="{47AB6938-DDD6-4518-87E7-6A97E87F4BA1}" presName="hierChild2" presStyleCnt="0"/>
      <dgm:spPr/>
    </dgm:pt>
    <dgm:pt modelId="{C3E6C41C-55BC-4660-84C7-A18432B54877}" type="pres">
      <dgm:prSet presAssocID="{482E3179-C74F-4739-8BE5-49B301612A9A}" presName="hierRoot1" presStyleCnt="0"/>
      <dgm:spPr/>
    </dgm:pt>
    <dgm:pt modelId="{00C3A861-E083-41BF-8091-DC70CB14F0A0}" type="pres">
      <dgm:prSet presAssocID="{482E3179-C74F-4739-8BE5-49B301612A9A}" presName="composite" presStyleCnt="0"/>
      <dgm:spPr/>
    </dgm:pt>
    <dgm:pt modelId="{90D0E347-94A4-437D-AF36-68A476DF2CB6}" type="pres">
      <dgm:prSet presAssocID="{482E3179-C74F-4739-8BE5-49B301612A9A}" presName="background" presStyleLbl="node0" presStyleIdx="2" presStyleCnt="3"/>
      <dgm:spPr/>
    </dgm:pt>
    <dgm:pt modelId="{8FE5F4C5-823A-4829-BF82-FF3E4649B012}" type="pres">
      <dgm:prSet presAssocID="{482E3179-C74F-4739-8BE5-49B301612A9A}" presName="text" presStyleLbl="fgAcc0" presStyleIdx="2" presStyleCnt="3">
        <dgm:presLayoutVars>
          <dgm:chPref val="3"/>
        </dgm:presLayoutVars>
      </dgm:prSet>
      <dgm:spPr/>
    </dgm:pt>
    <dgm:pt modelId="{1883BC1C-00AB-4EB5-B1BA-9D4062E0A046}" type="pres">
      <dgm:prSet presAssocID="{482E3179-C74F-4739-8BE5-49B301612A9A}" presName="hierChild2" presStyleCnt="0"/>
      <dgm:spPr/>
    </dgm:pt>
  </dgm:ptLst>
  <dgm:cxnLst>
    <dgm:cxn modelId="{5D9C3E01-A2EB-464F-B79A-C999EC9B5D15}" srcId="{E00411DA-357D-40C8-A031-F60B9143AF7F}" destId="{47AB6938-DDD6-4518-87E7-6A97E87F4BA1}" srcOrd="1" destOrd="0" parTransId="{36DF6F44-E319-4172-B6C5-AA43E46F32EF}" sibTransId="{8EC4193A-E2C1-4A0E-B285-97948E8666AB}"/>
    <dgm:cxn modelId="{9BB54C08-A59A-40D3-8740-4C52E2B9CCF7}" srcId="{E00411DA-357D-40C8-A031-F60B9143AF7F}" destId="{482E3179-C74F-4739-8BE5-49B301612A9A}" srcOrd="2" destOrd="0" parTransId="{F7503E18-9A4C-4965-BB0F-A69228770EFA}" sibTransId="{594A56F0-47C7-4216-A727-C7FBD4D1705B}"/>
    <dgm:cxn modelId="{6EDE1964-65E1-439D-AC86-F061AC0D16AD}" type="presOf" srcId="{131B524F-D96A-4FE4-89AE-2B65749EBAA3}" destId="{2F951765-6EE6-4BA5-B137-33817EE0F790}" srcOrd="0" destOrd="0" presId="urn:microsoft.com/office/officeart/2005/8/layout/hierarchy1"/>
    <dgm:cxn modelId="{0FB18C70-7AFC-4F3E-800F-D54CB8158723}" type="presOf" srcId="{47AB6938-DDD6-4518-87E7-6A97E87F4BA1}" destId="{28AB91C2-49C0-4347-BAC4-262FD523BF44}" srcOrd="0" destOrd="0" presId="urn:microsoft.com/office/officeart/2005/8/layout/hierarchy1"/>
    <dgm:cxn modelId="{4B3235C0-0AAA-4B15-AF53-E9D8FC2AF516}" type="presOf" srcId="{E00411DA-357D-40C8-A031-F60B9143AF7F}" destId="{16B9DA23-BC3D-43A6-9DD0-CBD81D9B54D7}" srcOrd="0" destOrd="0" presId="urn:microsoft.com/office/officeart/2005/8/layout/hierarchy1"/>
    <dgm:cxn modelId="{50F3F2D7-A8DB-41B0-8C13-8720AF82D638}" srcId="{E00411DA-357D-40C8-A031-F60B9143AF7F}" destId="{131B524F-D96A-4FE4-89AE-2B65749EBAA3}" srcOrd="0" destOrd="0" parTransId="{AD6C788F-C46D-4DD1-A909-9CD2FD197036}" sibTransId="{E56799A1-46DB-48D9-9AEF-A7F0272105FE}"/>
    <dgm:cxn modelId="{BEB4E3E1-975A-4406-A866-8BE6E0582A97}" type="presOf" srcId="{482E3179-C74F-4739-8BE5-49B301612A9A}" destId="{8FE5F4C5-823A-4829-BF82-FF3E4649B012}" srcOrd="0" destOrd="0" presId="urn:microsoft.com/office/officeart/2005/8/layout/hierarchy1"/>
    <dgm:cxn modelId="{61D2CB01-72D9-414B-B3B6-D99A6F400A20}" type="presParOf" srcId="{16B9DA23-BC3D-43A6-9DD0-CBD81D9B54D7}" destId="{25DB5760-ED12-45DB-A79C-673332ABB313}" srcOrd="0" destOrd="0" presId="urn:microsoft.com/office/officeart/2005/8/layout/hierarchy1"/>
    <dgm:cxn modelId="{3163740D-54A2-4B96-A9F5-2AAC4F410635}" type="presParOf" srcId="{25DB5760-ED12-45DB-A79C-673332ABB313}" destId="{D89702AA-AD96-4244-A3CD-D4FB32E95900}" srcOrd="0" destOrd="0" presId="urn:microsoft.com/office/officeart/2005/8/layout/hierarchy1"/>
    <dgm:cxn modelId="{6F7D2164-7687-49A8-AD93-67C37CBD9CC9}" type="presParOf" srcId="{D89702AA-AD96-4244-A3CD-D4FB32E95900}" destId="{F8FE60F7-332A-4E37-A312-BE7D2E374B4E}" srcOrd="0" destOrd="0" presId="urn:microsoft.com/office/officeart/2005/8/layout/hierarchy1"/>
    <dgm:cxn modelId="{4C87677F-E9E0-475E-917B-7FC2094A65D8}" type="presParOf" srcId="{D89702AA-AD96-4244-A3CD-D4FB32E95900}" destId="{2F951765-6EE6-4BA5-B137-33817EE0F790}" srcOrd="1" destOrd="0" presId="urn:microsoft.com/office/officeart/2005/8/layout/hierarchy1"/>
    <dgm:cxn modelId="{0F30D32D-5B10-4248-8574-2A83D9B372C3}" type="presParOf" srcId="{25DB5760-ED12-45DB-A79C-673332ABB313}" destId="{12089A26-7296-4530-A3A6-D84097EF31CE}" srcOrd="1" destOrd="0" presId="urn:microsoft.com/office/officeart/2005/8/layout/hierarchy1"/>
    <dgm:cxn modelId="{9D534880-DE65-4A0B-9181-0DE72F2CDDB8}" type="presParOf" srcId="{16B9DA23-BC3D-43A6-9DD0-CBD81D9B54D7}" destId="{DA03BBC7-2B2A-4382-BDDF-74739EE82F33}" srcOrd="1" destOrd="0" presId="urn:microsoft.com/office/officeart/2005/8/layout/hierarchy1"/>
    <dgm:cxn modelId="{1F132D85-F584-40CE-8C6B-4643C7D28EE4}" type="presParOf" srcId="{DA03BBC7-2B2A-4382-BDDF-74739EE82F33}" destId="{B037543B-53C4-439B-97C2-690741BF4B39}" srcOrd="0" destOrd="0" presId="urn:microsoft.com/office/officeart/2005/8/layout/hierarchy1"/>
    <dgm:cxn modelId="{55DD27A9-6A2E-43D2-8014-FBDCD7172134}" type="presParOf" srcId="{B037543B-53C4-439B-97C2-690741BF4B39}" destId="{2F3FC452-2D9C-4972-80EE-48863A55D9CF}" srcOrd="0" destOrd="0" presId="urn:microsoft.com/office/officeart/2005/8/layout/hierarchy1"/>
    <dgm:cxn modelId="{D4228DD0-84AE-4A8C-9326-D4640C1DD2A3}" type="presParOf" srcId="{B037543B-53C4-439B-97C2-690741BF4B39}" destId="{28AB91C2-49C0-4347-BAC4-262FD523BF44}" srcOrd="1" destOrd="0" presId="urn:microsoft.com/office/officeart/2005/8/layout/hierarchy1"/>
    <dgm:cxn modelId="{13CB747C-8094-4467-AA54-1A5C2508387F}" type="presParOf" srcId="{DA03BBC7-2B2A-4382-BDDF-74739EE82F33}" destId="{0FF1387F-7368-44E5-B143-43F976B898F3}" srcOrd="1" destOrd="0" presId="urn:microsoft.com/office/officeart/2005/8/layout/hierarchy1"/>
    <dgm:cxn modelId="{FC1CA853-4848-4A7C-BBC1-AFD4F150A681}" type="presParOf" srcId="{16B9DA23-BC3D-43A6-9DD0-CBD81D9B54D7}" destId="{C3E6C41C-55BC-4660-84C7-A18432B54877}" srcOrd="2" destOrd="0" presId="urn:microsoft.com/office/officeart/2005/8/layout/hierarchy1"/>
    <dgm:cxn modelId="{F1E81F3B-964A-4B3F-A2DE-C488BB63BA84}" type="presParOf" srcId="{C3E6C41C-55BC-4660-84C7-A18432B54877}" destId="{00C3A861-E083-41BF-8091-DC70CB14F0A0}" srcOrd="0" destOrd="0" presId="urn:microsoft.com/office/officeart/2005/8/layout/hierarchy1"/>
    <dgm:cxn modelId="{83D0FEE5-AD70-4374-83EC-3FE15658806C}" type="presParOf" srcId="{00C3A861-E083-41BF-8091-DC70CB14F0A0}" destId="{90D0E347-94A4-437D-AF36-68A476DF2CB6}" srcOrd="0" destOrd="0" presId="urn:microsoft.com/office/officeart/2005/8/layout/hierarchy1"/>
    <dgm:cxn modelId="{2DB874A3-573E-40D6-9175-5E3C385C782C}" type="presParOf" srcId="{00C3A861-E083-41BF-8091-DC70CB14F0A0}" destId="{8FE5F4C5-823A-4829-BF82-FF3E4649B012}" srcOrd="1" destOrd="0" presId="urn:microsoft.com/office/officeart/2005/8/layout/hierarchy1"/>
    <dgm:cxn modelId="{8C6BAA88-A7CD-4900-977C-4D9EA5BA1DAC}" type="presParOf" srcId="{C3E6C41C-55BC-4660-84C7-A18432B54877}" destId="{1883BC1C-00AB-4EB5-B1BA-9D4062E0A04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06C244-41F5-4E91-B744-5366A174502D}"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AEAE10C-0B49-4837-9B68-1CC20AB46631}">
      <dgm:prSet/>
      <dgm:spPr/>
      <dgm:t>
        <a:bodyPr/>
        <a:lstStyle/>
        <a:p>
          <a:pPr>
            <a:lnSpc>
              <a:spcPct val="100000"/>
            </a:lnSpc>
          </a:pPr>
          <a:r>
            <a:rPr lang="en-GB"/>
            <a:t>This iteration was mainly focusing on data preparation, cleaning and merging, but we have also started planning for the AI models.</a:t>
          </a:r>
          <a:endParaRPr lang="en-US"/>
        </a:p>
      </dgm:t>
    </dgm:pt>
    <dgm:pt modelId="{E7AC7898-561C-4FB7-906E-825ABED7EC76}" type="parTrans" cxnId="{F4218087-4141-46B9-8914-10155A7FB3B1}">
      <dgm:prSet/>
      <dgm:spPr/>
      <dgm:t>
        <a:bodyPr/>
        <a:lstStyle/>
        <a:p>
          <a:endParaRPr lang="en-US"/>
        </a:p>
      </dgm:t>
    </dgm:pt>
    <dgm:pt modelId="{5B95711A-588E-499B-AC1C-F5F2F6F875FE}" type="sibTrans" cxnId="{F4218087-4141-46B9-8914-10155A7FB3B1}">
      <dgm:prSet/>
      <dgm:spPr/>
      <dgm:t>
        <a:bodyPr/>
        <a:lstStyle/>
        <a:p>
          <a:endParaRPr lang="en-US"/>
        </a:p>
      </dgm:t>
    </dgm:pt>
    <dgm:pt modelId="{8249AB4A-2669-4606-AD57-74DAF746FD8B}">
      <dgm:prSet/>
      <dgm:spPr/>
      <dgm:t>
        <a:bodyPr/>
        <a:lstStyle/>
        <a:p>
          <a:pPr>
            <a:lnSpc>
              <a:spcPct val="100000"/>
            </a:lnSpc>
          </a:pPr>
          <a:r>
            <a:rPr lang="en-GB"/>
            <a:t>At first, we will evaluate the standard machine learning models. These are: Logistic Regression, Random Forest, K-Nearest Neighbors and Naive Bayes.</a:t>
          </a:r>
          <a:endParaRPr lang="en-US"/>
        </a:p>
      </dgm:t>
    </dgm:pt>
    <dgm:pt modelId="{3580ACBC-557B-41C7-AF26-657016438EB0}" type="parTrans" cxnId="{F40313B1-309A-4810-A2CA-D31F415EFA16}">
      <dgm:prSet/>
      <dgm:spPr/>
      <dgm:t>
        <a:bodyPr/>
        <a:lstStyle/>
        <a:p>
          <a:endParaRPr lang="en-US"/>
        </a:p>
      </dgm:t>
    </dgm:pt>
    <dgm:pt modelId="{4497DC20-97EC-4983-8163-6FAA2DB1A63E}" type="sibTrans" cxnId="{F40313B1-309A-4810-A2CA-D31F415EFA16}">
      <dgm:prSet/>
      <dgm:spPr/>
      <dgm:t>
        <a:bodyPr/>
        <a:lstStyle/>
        <a:p>
          <a:endParaRPr lang="en-US"/>
        </a:p>
      </dgm:t>
    </dgm:pt>
    <dgm:pt modelId="{2D78634E-808A-406F-9656-B6D74026B259}">
      <dgm:prSet/>
      <dgm:spPr/>
      <dgm:t>
        <a:bodyPr/>
        <a:lstStyle/>
        <a:p>
          <a:pPr>
            <a:lnSpc>
              <a:spcPct val="100000"/>
            </a:lnSpc>
          </a:pPr>
          <a:r>
            <a:rPr lang="en-GB"/>
            <a:t>We will want test these and compare performance and accuracy in terms of </a:t>
          </a:r>
          <a:r>
            <a:rPr lang="en-GB" b="1"/>
            <a:t>multi-label classification.</a:t>
          </a:r>
          <a:endParaRPr lang="en-US"/>
        </a:p>
      </dgm:t>
    </dgm:pt>
    <dgm:pt modelId="{5A6C9E24-FE48-4DCA-AD18-4A17C413E9BA}" type="parTrans" cxnId="{FF8E56C9-C819-4D77-8FC0-657E6BDAC423}">
      <dgm:prSet/>
      <dgm:spPr/>
      <dgm:t>
        <a:bodyPr/>
        <a:lstStyle/>
        <a:p>
          <a:endParaRPr lang="en-US"/>
        </a:p>
      </dgm:t>
    </dgm:pt>
    <dgm:pt modelId="{E50C4BFF-09C4-4073-B0FF-BA6B3705F09C}" type="sibTrans" cxnId="{FF8E56C9-C819-4D77-8FC0-657E6BDAC423}">
      <dgm:prSet/>
      <dgm:spPr/>
      <dgm:t>
        <a:bodyPr/>
        <a:lstStyle/>
        <a:p>
          <a:endParaRPr lang="en-US"/>
        </a:p>
      </dgm:t>
    </dgm:pt>
    <dgm:pt modelId="{64A961AE-731F-47D5-9252-6B55BEB41EFC}">
      <dgm:prSet/>
      <dgm:spPr/>
      <dgm:t>
        <a:bodyPr/>
        <a:lstStyle/>
        <a:p>
          <a:pPr>
            <a:lnSpc>
              <a:spcPct val="100000"/>
            </a:lnSpc>
          </a:pPr>
          <a:r>
            <a:rPr lang="en-GB"/>
            <a:t>Eventually we want to transition into BERT (Bidirectional Encoder Representations from Transformers). This would allow our AI to capture “deeper semantic meaning” within the text. </a:t>
          </a:r>
          <a:br>
            <a:rPr lang="en-GB"/>
          </a:br>
          <a:endParaRPr lang="en-US"/>
        </a:p>
      </dgm:t>
    </dgm:pt>
    <dgm:pt modelId="{2864082E-6FD7-4A7E-B5EB-732CB5F4B7BF}" type="parTrans" cxnId="{EA1B7BEB-BA68-4623-BA04-E7DC6DED218F}">
      <dgm:prSet/>
      <dgm:spPr/>
      <dgm:t>
        <a:bodyPr/>
        <a:lstStyle/>
        <a:p>
          <a:endParaRPr lang="en-US"/>
        </a:p>
      </dgm:t>
    </dgm:pt>
    <dgm:pt modelId="{1F58259F-2818-4CE7-BC73-C30DDC49C478}" type="sibTrans" cxnId="{EA1B7BEB-BA68-4623-BA04-E7DC6DED218F}">
      <dgm:prSet/>
      <dgm:spPr/>
      <dgm:t>
        <a:bodyPr/>
        <a:lstStyle/>
        <a:p>
          <a:endParaRPr lang="en-US"/>
        </a:p>
      </dgm:t>
    </dgm:pt>
    <dgm:pt modelId="{39559426-4BD8-435B-92B1-0FAAD318BCB9}" type="pres">
      <dgm:prSet presAssocID="{0D06C244-41F5-4E91-B744-5366A174502D}" presName="root" presStyleCnt="0">
        <dgm:presLayoutVars>
          <dgm:dir/>
          <dgm:resizeHandles val="exact"/>
        </dgm:presLayoutVars>
      </dgm:prSet>
      <dgm:spPr/>
    </dgm:pt>
    <dgm:pt modelId="{BB7D855A-2627-4E89-953A-1301332C14E7}" type="pres">
      <dgm:prSet presAssocID="{CAEAE10C-0B49-4837-9B68-1CC20AB46631}" presName="compNode" presStyleCnt="0"/>
      <dgm:spPr/>
    </dgm:pt>
    <dgm:pt modelId="{1CD4F823-3160-4A7E-A6C7-3F2BF8A3538E}" type="pres">
      <dgm:prSet presAssocID="{CAEAE10C-0B49-4837-9B68-1CC20AB4663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ze"/>
        </a:ext>
      </dgm:extLst>
    </dgm:pt>
    <dgm:pt modelId="{B3F8C8CC-209A-46DF-A09B-A35D573AC945}" type="pres">
      <dgm:prSet presAssocID="{CAEAE10C-0B49-4837-9B68-1CC20AB46631}" presName="spaceRect" presStyleCnt="0"/>
      <dgm:spPr/>
    </dgm:pt>
    <dgm:pt modelId="{390FB9EF-BACC-40E7-832E-AD70DC2AD2D1}" type="pres">
      <dgm:prSet presAssocID="{CAEAE10C-0B49-4837-9B68-1CC20AB46631}" presName="textRect" presStyleLbl="revTx" presStyleIdx="0" presStyleCnt="4">
        <dgm:presLayoutVars>
          <dgm:chMax val="1"/>
          <dgm:chPref val="1"/>
        </dgm:presLayoutVars>
      </dgm:prSet>
      <dgm:spPr/>
    </dgm:pt>
    <dgm:pt modelId="{3ED47F89-9FE2-4542-9C42-D72E7742FF5F}" type="pres">
      <dgm:prSet presAssocID="{5B95711A-588E-499B-AC1C-F5F2F6F875FE}" presName="sibTrans" presStyleCnt="0"/>
      <dgm:spPr/>
    </dgm:pt>
    <dgm:pt modelId="{1D169997-1F4F-4CF0-9BF4-DF88AE6BFD9F}" type="pres">
      <dgm:prSet presAssocID="{8249AB4A-2669-4606-AD57-74DAF746FD8B}" presName="compNode" presStyleCnt="0"/>
      <dgm:spPr/>
    </dgm:pt>
    <dgm:pt modelId="{E4AD672F-7A98-4D8E-9873-A40BD262F335}" type="pres">
      <dgm:prSet presAssocID="{8249AB4A-2669-4606-AD57-74DAF746FD8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orest scene"/>
        </a:ext>
      </dgm:extLst>
    </dgm:pt>
    <dgm:pt modelId="{B032FEE7-6178-4573-856B-68EACEDF3D7D}" type="pres">
      <dgm:prSet presAssocID="{8249AB4A-2669-4606-AD57-74DAF746FD8B}" presName="spaceRect" presStyleCnt="0"/>
      <dgm:spPr/>
    </dgm:pt>
    <dgm:pt modelId="{7E5AA4FC-3878-402F-AC88-AA4D1A7B7EC3}" type="pres">
      <dgm:prSet presAssocID="{8249AB4A-2669-4606-AD57-74DAF746FD8B}" presName="textRect" presStyleLbl="revTx" presStyleIdx="1" presStyleCnt="4">
        <dgm:presLayoutVars>
          <dgm:chMax val="1"/>
          <dgm:chPref val="1"/>
        </dgm:presLayoutVars>
      </dgm:prSet>
      <dgm:spPr/>
    </dgm:pt>
    <dgm:pt modelId="{36E98F56-429D-4D90-9FA0-24258D6B5B42}" type="pres">
      <dgm:prSet presAssocID="{4497DC20-97EC-4983-8163-6FAA2DB1A63E}" presName="sibTrans" presStyleCnt="0"/>
      <dgm:spPr/>
    </dgm:pt>
    <dgm:pt modelId="{9DB5DE55-E098-4FA2-882A-06B49A3E2DCE}" type="pres">
      <dgm:prSet presAssocID="{2D78634E-808A-406F-9656-B6D74026B259}" presName="compNode" presStyleCnt="0"/>
      <dgm:spPr/>
    </dgm:pt>
    <dgm:pt modelId="{85F4143E-714C-4933-BFBF-990F22D5C2F0}" type="pres">
      <dgm:prSet presAssocID="{2D78634E-808A-406F-9656-B6D74026B25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rget"/>
        </a:ext>
      </dgm:extLst>
    </dgm:pt>
    <dgm:pt modelId="{86573675-5517-4F96-B3D7-0F33FE8E7E0E}" type="pres">
      <dgm:prSet presAssocID="{2D78634E-808A-406F-9656-B6D74026B259}" presName="spaceRect" presStyleCnt="0"/>
      <dgm:spPr/>
    </dgm:pt>
    <dgm:pt modelId="{F67ACB7A-47CF-408C-886E-B0D63E4F482E}" type="pres">
      <dgm:prSet presAssocID="{2D78634E-808A-406F-9656-B6D74026B259}" presName="textRect" presStyleLbl="revTx" presStyleIdx="2" presStyleCnt="4">
        <dgm:presLayoutVars>
          <dgm:chMax val="1"/>
          <dgm:chPref val="1"/>
        </dgm:presLayoutVars>
      </dgm:prSet>
      <dgm:spPr/>
    </dgm:pt>
    <dgm:pt modelId="{C1D2D49B-C012-4C30-A0CA-110FC9D2F1D4}" type="pres">
      <dgm:prSet presAssocID="{E50C4BFF-09C4-4073-B0FF-BA6B3705F09C}" presName="sibTrans" presStyleCnt="0"/>
      <dgm:spPr/>
    </dgm:pt>
    <dgm:pt modelId="{DA6FB45E-2FC4-432C-9EDD-B7723D761318}" type="pres">
      <dgm:prSet presAssocID="{64A961AE-731F-47D5-9252-6B55BEB41EFC}" presName="compNode" presStyleCnt="0"/>
      <dgm:spPr/>
    </dgm:pt>
    <dgm:pt modelId="{35938D78-EFDF-41F3-8D33-034B24B6423C}" type="pres">
      <dgm:prSet presAssocID="{64A961AE-731F-47D5-9252-6B55BEB41EF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Robot"/>
        </a:ext>
      </dgm:extLst>
    </dgm:pt>
    <dgm:pt modelId="{0CCEC59E-8BF9-4D97-8C2C-0484FFE45737}" type="pres">
      <dgm:prSet presAssocID="{64A961AE-731F-47D5-9252-6B55BEB41EFC}" presName="spaceRect" presStyleCnt="0"/>
      <dgm:spPr/>
    </dgm:pt>
    <dgm:pt modelId="{C1E8C7B8-F79B-4AC7-B178-D84D8959FEC2}" type="pres">
      <dgm:prSet presAssocID="{64A961AE-731F-47D5-9252-6B55BEB41EFC}" presName="textRect" presStyleLbl="revTx" presStyleIdx="3" presStyleCnt="4">
        <dgm:presLayoutVars>
          <dgm:chMax val="1"/>
          <dgm:chPref val="1"/>
        </dgm:presLayoutVars>
      </dgm:prSet>
      <dgm:spPr/>
    </dgm:pt>
  </dgm:ptLst>
  <dgm:cxnLst>
    <dgm:cxn modelId="{267D8C5F-4C25-4A93-8F47-2BCA9D006419}" type="presOf" srcId="{2D78634E-808A-406F-9656-B6D74026B259}" destId="{F67ACB7A-47CF-408C-886E-B0D63E4F482E}" srcOrd="0" destOrd="0" presId="urn:microsoft.com/office/officeart/2018/2/layout/IconLabelList"/>
    <dgm:cxn modelId="{8EDBD568-11E8-4AB5-A975-4544128AACE2}" type="presOf" srcId="{CAEAE10C-0B49-4837-9B68-1CC20AB46631}" destId="{390FB9EF-BACC-40E7-832E-AD70DC2AD2D1}" srcOrd="0" destOrd="0" presId="urn:microsoft.com/office/officeart/2018/2/layout/IconLabelList"/>
    <dgm:cxn modelId="{FDE4664A-E518-4A47-B56C-2827A684273C}" type="presOf" srcId="{0D06C244-41F5-4E91-B744-5366A174502D}" destId="{39559426-4BD8-435B-92B1-0FAAD318BCB9}" srcOrd="0" destOrd="0" presId="urn:microsoft.com/office/officeart/2018/2/layout/IconLabelList"/>
    <dgm:cxn modelId="{46EDCD6E-A44F-42EB-A4E3-FED23F16626F}" type="presOf" srcId="{8249AB4A-2669-4606-AD57-74DAF746FD8B}" destId="{7E5AA4FC-3878-402F-AC88-AA4D1A7B7EC3}" srcOrd="0" destOrd="0" presId="urn:microsoft.com/office/officeart/2018/2/layout/IconLabelList"/>
    <dgm:cxn modelId="{F4218087-4141-46B9-8914-10155A7FB3B1}" srcId="{0D06C244-41F5-4E91-B744-5366A174502D}" destId="{CAEAE10C-0B49-4837-9B68-1CC20AB46631}" srcOrd="0" destOrd="0" parTransId="{E7AC7898-561C-4FB7-906E-825ABED7EC76}" sibTransId="{5B95711A-588E-499B-AC1C-F5F2F6F875FE}"/>
    <dgm:cxn modelId="{F40313B1-309A-4810-A2CA-D31F415EFA16}" srcId="{0D06C244-41F5-4E91-B744-5366A174502D}" destId="{8249AB4A-2669-4606-AD57-74DAF746FD8B}" srcOrd="1" destOrd="0" parTransId="{3580ACBC-557B-41C7-AF26-657016438EB0}" sibTransId="{4497DC20-97EC-4983-8163-6FAA2DB1A63E}"/>
    <dgm:cxn modelId="{FF8E56C9-C819-4D77-8FC0-657E6BDAC423}" srcId="{0D06C244-41F5-4E91-B744-5366A174502D}" destId="{2D78634E-808A-406F-9656-B6D74026B259}" srcOrd="2" destOrd="0" parTransId="{5A6C9E24-FE48-4DCA-AD18-4A17C413E9BA}" sibTransId="{E50C4BFF-09C4-4073-B0FF-BA6B3705F09C}"/>
    <dgm:cxn modelId="{7C9F00E9-C89D-4F70-868A-FA6DD2CEFD72}" type="presOf" srcId="{64A961AE-731F-47D5-9252-6B55BEB41EFC}" destId="{C1E8C7B8-F79B-4AC7-B178-D84D8959FEC2}" srcOrd="0" destOrd="0" presId="urn:microsoft.com/office/officeart/2018/2/layout/IconLabelList"/>
    <dgm:cxn modelId="{EA1B7BEB-BA68-4623-BA04-E7DC6DED218F}" srcId="{0D06C244-41F5-4E91-B744-5366A174502D}" destId="{64A961AE-731F-47D5-9252-6B55BEB41EFC}" srcOrd="3" destOrd="0" parTransId="{2864082E-6FD7-4A7E-B5EB-732CB5F4B7BF}" sibTransId="{1F58259F-2818-4CE7-BC73-C30DDC49C478}"/>
    <dgm:cxn modelId="{3004960B-C835-4551-93CA-1319F72B6D95}" type="presParOf" srcId="{39559426-4BD8-435B-92B1-0FAAD318BCB9}" destId="{BB7D855A-2627-4E89-953A-1301332C14E7}" srcOrd="0" destOrd="0" presId="urn:microsoft.com/office/officeart/2018/2/layout/IconLabelList"/>
    <dgm:cxn modelId="{58815C22-865B-461D-AB32-A8680B3C1DAD}" type="presParOf" srcId="{BB7D855A-2627-4E89-953A-1301332C14E7}" destId="{1CD4F823-3160-4A7E-A6C7-3F2BF8A3538E}" srcOrd="0" destOrd="0" presId="urn:microsoft.com/office/officeart/2018/2/layout/IconLabelList"/>
    <dgm:cxn modelId="{82B1FE40-4443-4D27-A487-0C3183528A8E}" type="presParOf" srcId="{BB7D855A-2627-4E89-953A-1301332C14E7}" destId="{B3F8C8CC-209A-46DF-A09B-A35D573AC945}" srcOrd="1" destOrd="0" presId="urn:microsoft.com/office/officeart/2018/2/layout/IconLabelList"/>
    <dgm:cxn modelId="{9770A6B3-7200-415D-BE37-5DC1D3346E65}" type="presParOf" srcId="{BB7D855A-2627-4E89-953A-1301332C14E7}" destId="{390FB9EF-BACC-40E7-832E-AD70DC2AD2D1}" srcOrd="2" destOrd="0" presId="urn:microsoft.com/office/officeart/2018/2/layout/IconLabelList"/>
    <dgm:cxn modelId="{6F65E0C7-E5CB-4839-84B4-1000C22DE953}" type="presParOf" srcId="{39559426-4BD8-435B-92B1-0FAAD318BCB9}" destId="{3ED47F89-9FE2-4542-9C42-D72E7742FF5F}" srcOrd="1" destOrd="0" presId="urn:microsoft.com/office/officeart/2018/2/layout/IconLabelList"/>
    <dgm:cxn modelId="{5CAC5797-84F6-41A3-96FF-C717792EB2A3}" type="presParOf" srcId="{39559426-4BD8-435B-92B1-0FAAD318BCB9}" destId="{1D169997-1F4F-4CF0-9BF4-DF88AE6BFD9F}" srcOrd="2" destOrd="0" presId="urn:microsoft.com/office/officeart/2018/2/layout/IconLabelList"/>
    <dgm:cxn modelId="{3DCAB651-7294-4610-8003-692D88808D34}" type="presParOf" srcId="{1D169997-1F4F-4CF0-9BF4-DF88AE6BFD9F}" destId="{E4AD672F-7A98-4D8E-9873-A40BD262F335}" srcOrd="0" destOrd="0" presId="urn:microsoft.com/office/officeart/2018/2/layout/IconLabelList"/>
    <dgm:cxn modelId="{136602E6-FE58-4F28-98B8-CE3FCC622788}" type="presParOf" srcId="{1D169997-1F4F-4CF0-9BF4-DF88AE6BFD9F}" destId="{B032FEE7-6178-4573-856B-68EACEDF3D7D}" srcOrd="1" destOrd="0" presId="urn:microsoft.com/office/officeart/2018/2/layout/IconLabelList"/>
    <dgm:cxn modelId="{B03861C5-E5E9-4DBA-8150-2457CC84C89B}" type="presParOf" srcId="{1D169997-1F4F-4CF0-9BF4-DF88AE6BFD9F}" destId="{7E5AA4FC-3878-402F-AC88-AA4D1A7B7EC3}" srcOrd="2" destOrd="0" presId="urn:microsoft.com/office/officeart/2018/2/layout/IconLabelList"/>
    <dgm:cxn modelId="{26B40566-106D-4095-BEFF-677B084A3EB2}" type="presParOf" srcId="{39559426-4BD8-435B-92B1-0FAAD318BCB9}" destId="{36E98F56-429D-4D90-9FA0-24258D6B5B42}" srcOrd="3" destOrd="0" presId="urn:microsoft.com/office/officeart/2018/2/layout/IconLabelList"/>
    <dgm:cxn modelId="{AC0AD895-9D2A-4E1F-9D32-FF8C696571EC}" type="presParOf" srcId="{39559426-4BD8-435B-92B1-0FAAD318BCB9}" destId="{9DB5DE55-E098-4FA2-882A-06B49A3E2DCE}" srcOrd="4" destOrd="0" presId="urn:microsoft.com/office/officeart/2018/2/layout/IconLabelList"/>
    <dgm:cxn modelId="{325F1B64-B903-4B4E-8762-1C401393E20B}" type="presParOf" srcId="{9DB5DE55-E098-4FA2-882A-06B49A3E2DCE}" destId="{85F4143E-714C-4933-BFBF-990F22D5C2F0}" srcOrd="0" destOrd="0" presId="urn:microsoft.com/office/officeart/2018/2/layout/IconLabelList"/>
    <dgm:cxn modelId="{EFCD0521-4533-407B-8879-3693098A753C}" type="presParOf" srcId="{9DB5DE55-E098-4FA2-882A-06B49A3E2DCE}" destId="{86573675-5517-4F96-B3D7-0F33FE8E7E0E}" srcOrd="1" destOrd="0" presId="urn:microsoft.com/office/officeart/2018/2/layout/IconLabelList"/>
    <dgm:cxn modelId="{9561BB32-A5FE-4774-BED6-1C7BAA2D3D35}" type="presParOf" srcId="{9DB5DE55-E098-4FA2-882A-06B49A3E2DCE}" destId="{F67ACB7A-47CF-408C-886E-B0D63E4F482E}" srcOrd="2" destOrd="0" presId="urn:microsoft.com/office/officeart/2018/2/layout/IconLabelList"/>
    <dgm:cxn modelId="{5A62486E-50D7-40A7-9326-DA25F336E2C9}" type="presParOf" srcId="{39559426-4BD8-435B-92B1-0FAAD318BCB9}" destId="{C1D2D49B-C012-4C30-A0CA-110FC9D2F1D4}" srcOrd="5" destOrd="0" presId="urn:microsoft.com/office/officeart/2018/2/layout/IconLabelList"/>
    <dgm:cxn modelId="{B5834F9C-D78F-4298-91FE-3F547D57A91E}" type="presParOf" srcId="{39559426-4BD8-435B-92B1-0FAAD318BCB9}" destId="{DA6FB45E-2FC4-432C-9EDD-B7723D761318}" srcOrd="6" destOrd="0" presId="urn:microsoft.com/office/officeart/2018/2/layout/IconLabelList"/>
    <dgm:cxn modelId="{19A2DC43-4CC5-404F-A2DA-71EBE70560D8}" type="presParOf" srcId="{DA6FB45E-2FC4-432C-9EDD-B7723D761318}" destId="{35938D78-EFDF-41F3-8D33-034B24B6423C}" srcOrd="0" destOrd="0" presId="urn:microsoft.com/office/officeart/2018/2/layout/IconLabelList"/>
    <dgm:cxn modelId="{E003ECE8-2405-4F57-9589-65A2709398F2}" type="presParOf" srcId="{DA6FB45E-2FC4-432C-9EDD-B7723D761318}" destId="{0CCEC59E-8BF9-4D97-8C2C-0484FFE45737}" srcOrd="1" destOrd="0" presId="urn:microsoft.com/office/officeart/2018/2/layout/IconLabelList"/>
    <dgm:cxn modelId="{C03251FD-79A0-4236-A351-7DEF12A17F30}" type="presParOf" srcId="{DA6FB45E-2FC4-432C-9EDD-B7723D761318}" destId="{C1E8C7B8-F79B-4AC7-B178-D84D8959FEC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FE60F7-332A-4E37-A312-BE7D2E374B4E}">
      <dsp:nvSpPr>
        <dsp:cNvPr id="0" name=""/>
        <dsp:cNvSpPr/>
      </dsp:nvSpPr>
      <dsp:spPr>
        <a:xfrm>
          <a:off x="0" y="1080567"/>
          <a:ext cx="2957512" cy="187802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2F951765-6EE6-4BA5-B137-33817EE0F790}">
      <dsp:nvSpPr>
        <dsp:cNvPr id="0" name=""/>
        <dsp:cNvSpPr/>
      </dsp:nvSpPr>
      <dsp:spPr>
        <a:xfrm>
          <a:off x="328612"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t>Merging was possibly the most difficult part of this phase.</a:t>
          </a:r>
          <a:endParaRPr lang="en-US" sz="1100" kern="1200"/>
        </a:p>
      </dsp:txBody>
      <dsp:txXfrm>
        <a:off x="383617" y="1447754"/>
        <a:ext cx="2847502" cy="1768010"/>
      </dsp:txXfrm>
    </dsp:sp>
    <dsp:sp modelId="{2F3FC452-2D9C-4972-80EE-48863A55D9CF}">
      <dsp:nvSpPr>
        <dsp:cNvPr id="0" name=""/>
        <dsp:cNvSpPr/>
      </dsp:nvSpPr>
      <dsp:spPr>
        <a:xfrm>
          <a:off x="3614737" y="1080567"/>
          <a:ext cx="2957512" cy="187802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28AB91C2-49C0-4347-BAC4-262FD523BF44}">
      <dsp:nvSpPr>
        <dsp:cNvPr id="0" name=""/>
        <dsp:cNvSpPr/>
      </dsp:nvSpPr>
      <dsp:spPr>
        <a:xfrm>
          <a:off x="3943350"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t>We used the Pandas ‘intersection’ tool to find similarities between the three datasets.</a:t>
          </a:r>
          <a:endParaRPr lang="en-US" sz="1100" kern="1200"/>
        </a:p>
      </dsp:txBody>
      <dsp:txXfrm>
        <a:off x="3998355" y="1447754"/>
        <a:ext cx="2847502" cy="1768010"/>
      </dsp:txXfrm>
    </dsp:sp>
    <dsp:sp modelId="{90D0E347-94A4-437D-AF36-68A476DF2CB6}">
      <dsp:nvSpPr>
        <dsp:cNvPr id="0" name=""/>
        <dsp:cNvSpPr/>
      </dsp:nvSpPr>
      <dsp:spPr>
        <a:xfrm>
          <a:off x="7229475" y="1080567"/>
          <a:ext cx="2957512" cy="187802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8FE5F4C5-823A-4829-BF82-FF3E4649B012}">
      <dsp:nvSpPr>
        <dsp:cNvPr id="0" name=""/>
        <dsp:cNvSpPr/>
      </dsp:nvSpPr>
      <dsp:spPr>
        <a:xfrm>
          <a:off x="7558087"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t>Team members used external resources like </a:t>
          </a:r>
          <a:r>
            <a:rPr lang="en-GB" sz="1100" b="1" kern="1200"/>
            <a:t>W3Schools</a:t>
          </a:r>
          <a:r>
            <a:rPr lang="en-GB" sz="1100" kern="1200"/>
            <a:t> and </a:t>
          </a:r>
          <a:r>
            <a:rPr lang="en-GB" sz="1100" b="1" kern="1200"/>
            <a:t>GeeksforGeeks</a:t>
          </a:r>
          <a:r>
            <a:rPr lang="en-GB" sz="1100" kern="1200"/>
            <a:t> to help learn and use different Pandas functions such as ’value_counts()’ and ‘intersection’.</a:t>
          </a:r>
          <a:endParaRPr lang="en-US" sz="1100" kern="1200"/>
        </a:p>
      </dsp:txBody>
      <dsp:txXfrm>
        <a:off x="7613092" y="1447754"/>
        <a:ext cx="2847502" cy="17680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D4F823-3160-4A7E-A6C7-3F2BF8A3538E}">
      <dsp:nvSpPr>
        <dsp:cNvPr id="0" name=""/>
        <dsp:cNvSpPr/>
      </dsp:nvSpPr>
      <dsp:spPr>
        <a:xfrm>
          <a:off x="1138979" y="822503"/>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0FB9EF-BACC-40E7-832E-AD70DC2AD2D1}">
      <dsp:nvSpPr>
        <dsp:cNvPr id="0" name=""/>
        <dsp:cNvSpPr/>
      </dsp:nvSpPr>
      <dsp:spPr>
        <a:xfrm>
          <a:off x="569079" y="2161168"/>
          <a:ext cx="2072362" cy="1367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a:t>This iteration was mainly focusing on data preparation, cleaning and merging, but we have also started planning for the AI models.</a:t>
          </a:r>
          <a:endParaRPr lang="en-US" sz="1100" kern="1200"/>
        </a:p>
      </dsp:txBody>
      <dsp:txXfrm>
        <a:off x="569079" y="2161168"/>
        <a:ext cx="2072362" cy="1367666"/>
      </dsp:txXfrm>
    </dsp:sp>
    <dsp:sp modelId="{E4AD672F-7A98-4D8E-9873-A40BD262F335}">
      <dsp:nvSpPr>
        <dsp:cNvPr id="0" name=""/>
        <dsp:cNvSpPr/>
      </dsp:nvSpPr>
      <dsp:spPr>
        <a:xfrm>
          <a:off x="3574005" y="822503"/>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5AA4FC-3878-402F-AC88-AA4D1A7B7EC3}">
      <dsp:nvSpPr>
        <dsp:cNvPr id="0" name=""/>
        <dsp:cNvSpPr/>
      </dsp:nvSpPr>
      <dsp:spPr>
        <a:xfrm>
          <a:off x="3004105" y="2161168"/>
          <a:ext cx="2072362" cy="1367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a:t>At first, we will evaluate the standard machine learning models. These are: Logistic Regression, Random Forest, K-Nearest Neighbors and Naive Bayes.</a:t>
          </a:r>
          <a:endParaRPr lang="en-US" sz="1100" kern="1200"/>
        </a:p>
      </dsp:txBody>
      <dsp:txXfrm>
        <a:off x="3004105" y="2161168"/>
        <a:ext cx="2072362" cy="1367666"/>
      </dsp:txXfrm>
    </dsp:sp>
    <dsp:sp modelId="{85F4143E-714C-4933-BFBF-990F22D5C2F0}">
      <dsp:nvSpPr>
        <dsp:cNvPr id="0" name=""/>
        <dsp:cNvSpPr/>
      </dsp:nvSpPr>
      <dsp:spPr>
        <a:xfrm>
          <a:off x="6009031" y="822503"/>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7ACB7A-47CF-408C-886E-B0D63E4F482E}">
      <dsp:nvSpPr>
        <dsp:cNvPr id="0" name=""/>
        <dsp:cNvSpPr/>
      </dsp:nvSpPr>
      <dsp:spPr>
        <a:xfrm>
          <a:off x="5439131" y="2161168"/>
          <a:ext cx="2072362" cy="1367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a:t>We will want test these and compare performance and accuracy in terms of </a:t>
          </a:r>
          <a:r>
            <a:rPr lang="en-GB" sz="1100" b="1" kern="1200"/>
            <a:t>multi-label classification.</a:t>
          </a:r>
          <a:endParaRPr lang="en-US" sz="1100" kern="1200"/>
        </a:p>
      </dsp:txBody>
      <dsp:txXfrm>
        <a:off x="5439131" y="2161168"/>
        <a:ext cx="2072362" cy="1367666"/>
      </dsp:txXfrm>
    </dsp:sp>
    <dsp:sp modelId="{35938D78-EFDF-41F3-8D33-034B24B6423C}">
      <dsp:nvSpPr>
        <dsp:cNvPr id="0" name=""/>
        <dsp:cNvSpPr/>
      </dsp:nvSpPr>
      <dsp:spPr>
        <a:xfrm>
          <a:off x="8444057" y="822503"/>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E8C7B8-F79B-4AC7-B178-D84D8959FEC2}">
      <dsp:nvSpPr>
        <dsp:cNvPr id="0" name=""/>
        <dsp:cNvSpPr/>
      </dsp:nvSpPr>
      <dsp:spPr>
        <a:xfrm>
          <a:off x="7874157" y="2161168"/>
          <a:ext cx="2072362" cy="1367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a:t>Eventually we want to transition into BERT (Bidirectional Encoder Representations from Transformers). This would allow our AI to capture “deeper semantic meaning” within the text. </a:t>
          </a:r>
          <a:br>
            <a:rPr lang="en-GB" sz="1100" kern="1200"/>
          </a:br>
          <a:endParaRPr lang="en-US" sz="1100" kern="1200"/>
        </a:p>
      </dsp:txBody>
      <dsp:txXfrm>
        <a:off x="7874157" y="2161168"/>
        <a:ext cx="2072362" cy="136766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05/03/2026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05/03/2026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05/03/2026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05/03/2026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05/03/2026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05/03/2026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05/03/2026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197101" y="735283"/>
            <a:ext cx="4978399" cy="3165045"/>
          </a:xfrm>
        </p:spPr>
        <p:txBody>
          <a:bodyPr anchor="b">
            <a:normAutofit/>
          </a:bodyPr>
          <a:lstStyle/>
          <a:p>
            <a:pPr algn="l"/>
            <a:r>
              <a:rPr lang="en-GB" sz="4400" b="1">
                <a:latin typeface="Aptos"/>
              </a:rPr>
              <a:t>Iteration 1 Report: Multi – Label Book Genre Classification</a:t>
            </a:r>
            <a:endParaRPr lang="en-US" sz="4400"/>
          </a:p>
        </p:txBody>
      </p:sp>
      <p:sp>
        <p:nvSpPr>
          <p:cNvPr id="3" name="Subtitle 2"/>
          <p:cNvSpPr>
            <a:spLocks noGrp="1"/>
          </p:cNvSpPr>
          <p:nvPr>
            <p:ph type="subTitle" idx="1"/>
          </p:nvPr>
        </p:nvSpPr>
        <p:spPr>
          <a:xfrm>
            <a:off x="2197101" y="4078423"/>
            <a:ext cx="4978399" cy="2058657"/>
          </a:xfrm>
        </p:spPr>
        <p:txBody>
          <a:bodyPr vert="horz" lIns="91440" tIns="45720" rIns="91440" bIns="45720" rtlCol="0">
            <a:normAutofit/>
          </a:bodyPr>
          <a:lstStyle/>
          <a:p>
            <a:pPr algn="l"/>
            <a:r>
              <a:rPr lang="en-GB" b="1" dirty="0">
                <a:highlight>
                  <a:srgbClr val="FFFFFF"/>
                </a:highlight>
              </a:rPr>
              <a:t>Team:</a:t>
            </a:r>
            <a:r>
              <a:rPr lang="en-GB" dirty="0">
                <a:highlight>
                  <a:srgbClr val="FFFFFF"/>
                </a:highlight>
              </a:rPr>
              <a:t> Kornel Zaleski, Lukasz </a:t>
            </a:r>
            <a:r>
              <a:rPr lang="en-GB" dirty="0" err="1">
                <a:highlight>
                  <a:srgbClr val="FFFFFF"/>
                </a:highlight>
              </a:rPr>
              <a:t>Kiraga</a:t>
            </a:r>
            <a:r>
              <a:rPr lang="en-GB" dirty="0">
                <a:highlight>
                  <a:srgbClr val="FFFFFF"/>
                </a:highlight>
              </a:rPr>
              <a:t>, Blessing </a:t>
            </a:r>
            <a:r>
              <a:rPr lang="en-GB" dirty="0" err="1">
                <a:highlight>
                  <a:srgbClr val="FFFFFF"/>
                </a:highlight>
              </a:rPr>
              <a:t>Mayindu</a:t>
            </a:r>
          </a:p>
        </p:txBody>
      </p:sp>
      <p:pic>
        <p:nvPicPr>
          <p:cNvPr id="25" name="Graphic 24" descr="Books on Shelf">
            <a:extLst>
              <a:ext uri="{FF2B5EF4-FFF2-40B4-BE49-F238E27FC236}">
                <a16:creationId xmlns:a16="http://schemas.microsoft.com/office/drawing/2014/main" id="{7AE161F3-60F3-B781-3708-33515EEF80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26" name="Graphic 25" descr="Books on Shelf">
            <a:extLst>
              <a:ext uri="{FF2B5EF4-FFF2-40B4-BE49-F238E27FC236}">
                <a16:creationId xmlns:a16="http://schemas.microsoft.com/office/drawing/2014/main" id="{94A20740-B6CC-4D00-80C4-80751E5763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2AA99-EC01-C719-B2C3-1FB9132AE0B1}"/>
              </a:ext>
            </a:extLst>
          </p:cNvPr>
          <p:cNvSpPr>
            <a:spLocks noGrp="1"/>
          </p:cNvSpPr>
          <p:nvPr>
            <p:ph type="title"/>
          </p:nvPr>
        </p:nvSpPr>
        <p:spPr>
          <a:xfrm>
            <a:off x="5868557" y="1138036"/>
            <a:ext cx="5444382" cy="1402470"/>
          </a:xfrm>
        </p:spPr>
        <p:txBody>
          <a:bodyPr anchor="t">
            <a:normAutofit/>
          </a:bodyPr>
          <a:lstStyle/>
          <a:p>
            <a:r>
              <a:rPr lang="en-GB" sz="3200" b="1">
                <a:highlight>
                  <a:srgbClr val="FFFFFF"/>
                </a:highlight>
                <a:latin typeface="Aptos"/>
              </a:rPr>
              <a:t>Data Preparation / Data Cleaning</a:t>
            </a:r>
            <a:endParaRPr lang="en-GB" sz="3200">
              <a:highlight>
                <a:srgbClr val="FFFFFF"/>
              </a:highlight>
              <a:latin typeface="Aptos"/>
            </a:endParaRPr>
          </a:p>
        </p:txBody>
      </p:sp>
      <p:pic>
        <p:nvPicPr>
          <p:cNvPr id="5" name="Picture 4" descr="Financial graphs on a dark display">
            <a:extLst>
              <a:ext uri="{FF2B5EF4-FFF2-40B4-BE49-F238E27FC236}">
                <a16:creationId xmlns:a16="http://schemas.microsoft.com/office/drawing/2014/main" id="{F4F6BE24-84C8-931E-4C69-234489F752B4}"/>
              </a:ext>
            </a:extLst>
          </p:cNvPr>
          <p:cNvPicPr>
            <a:picLocks noChangeAspect="1"/>
          </p:cNvPicPr>
          <p:nvPr/>
        </p:nvPicPr>
        <p:blipFill>
          <a:blip r:embed="rId2"/>
          <a:srcRect l="23822" r="29235" b="4"/>
          <a:stretch>
            <a:fillRect/>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07EDC3-D82D-4D0B-4825-1D813951CB90}"/>
              </a:ext>
            </a:extLst>
          </p:cNvPr>
          <p:cNvSpPr>
            <a:spLocks noGrp="1"/>
          </p:cNvSpPr>
          <p:nvPr>
            <p:ph idx="1"/>
          </p:nvPr>
        </p:nvSpPr>
        <p:spPr>
          <a:xfrm>
            <a:off x="5868557" y="2551176"/>
            <a:ext cx="5444382" cy="3591207"/>
          </a:xfrm>
        </p:spPr>
        <p:txBody>
          <a:bodyPr vert="horz" lIns="91440" tIns="45720" rIns="91440" bIns="45720" rtlCol="0">
            <a:normAutofit/>
          </a:bodyPr>
          <a:lstStyle/>
          <a:p>
            <a:pPr marL="0" indent="0">
              <a:buNone/>
            </a:pPr>
            <a:r>
              <a:rPr lang="en-GB" sz="1400">
                <a:highlight>
                  <a:srgbClr val="FFFFFF"/>
                </a:highlight>
              </a:rPr>
              <a:t>The main focus of this iteration was changing our 3 datasets and merging them into one single higher quality dataset.</a:t>
            </a:r>
            <a:endParaRPr lang="en-US" sz="1400"/>
          </a:p>
          <a:p>
            <a:r>
              <a:rPr lang="en-GB" sz="1400" b="1">
                <a:highlight>
                  <a:srgbClr val="FFFFFF"/>
                </a:highlight>
              </a:rPr>
              <a:t>Nulls and Duplicates:</a:t>
            </a:r>
            <a:r>
              <a:rPr lang="en-GB" sz="1400">
                <a:highlight>
                  <a:srgbClr val="FFFFFF"/>
                </a:highlight>
              </a:rPr>
              <a:t> We inspected the data set very closely and made some valuable changes, like dropping rows that lacked essential information (Title, Description, or Category).</a:t>
            </a:r>
          </a:p>
          <a:p>
            <a:r>
              <a:rPr lang="en-GB" sz="1400">
                <a:highlight>
                  <a:srgbClr val="FFFFFF"/>
                </a:highlight>
              </a:rPr>
              <a:t>A major challenge was that each dataset had its own way of naming the same things. We made these all common these by converting all headers to lowercase and renaming some of the columns (e.g., mapping "Genres" and "Category" both to "categories").</a:t>
            </a:r>
          </a:p>
          <a:p>
            <a:r>
              <a:rPr lang="en-GB" sz="1400">
                <a:highlight>
                  <a:srgbClr val="FFFFFF"/>
                </a:highlight>
              </a:rPr>
              <a:t>We initially had a problem with performance where cleaning the data took over 10 minutes or even longer. We found that the cause was the console printing massive datasets. This was resolved by using </a:t>
            </a:r>
            <a:r>
              <a:rPr lang="en-GB" sz="1400" b="1">
                <a:highlight>
                  <a:srgbClr val="FFFFFF"/>
                </a:highlight>
              </a:rPr>
              <a:t>df.head(15) </a:t>
            </a:r>
            <a:r>
              <a:rPr lang="en-GB" sz="1400">
                <a:highlight>
                  <a:srgbClr val="FFFFFF"/>
                </a:highlight>
              </a:rPr>
              <a:t>or </a:t>
            </a:r>
            <a:r>
              <a:rPr lang="en-GB" sz="1400" b="1">
                <a:highlight>
                  <a:srgbClr val="FFFFFF"/>
                </a:highlight>
              </a:rPr>
              <a:t>df.tail(15)</a:t>
            </a:r>
            <a:r>
              <a:rPr lang="en-GB" sz="1400">
                <a:highlight>
                  <a:srgbClr val="FFFFFF"/>
                </a:highlight>
              </a:rPr>
              <a:t> to verify data integrity without crashing.</a:t>
            </a:r>
          </a:p>
          <a:p>
            <a:endParaRPr lang="en-GB" sz="1400"/>
          </a:p>
        </p:txBody>
      </p:sp>
    </p:spTree>
    <p:extLst>
      <p:ext uri="{BB962C8B-B14F-4D97-AF65-F5344CB8AC3E}">
        <p14:creationId xmlns:p14="http://schemas.microsoft.com/office/powerpoint/2010/main" val="713818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4DCC90-4FFD-E72A-3A2F-D3B217825389}"/>
              </a:ext>
            </a:extLst>
          </p:cNvPr>
          <p:cNvSpPr>
            <a:spLocks noGrp="1"/>
          </p:cNvSpPr>
          <p:nvPr>
            <p:ph type="title"/>
          </p:nvPr>
        </p:nvSpPr>
        <p:spPr>
          <a:xfrm>
            <a:off x="838200" y="365125"/>
            <a:ext cx="10515600" cy="1325563"/>
          </a:xfrm>
        </p:spPr>
        <p:txBody>
          <a:bodyPr>
            <a:normAutofit/>
          </a:bodyPr>
          <a:lstStyle/>
          <a:p>
            <a:r>
              <a:rPr lang="en-GB" b="1">
                <a:highlight>
                  <a:srgbClr val="FFFFFF"/>
                </a:highlight>
                <a:latin typeface="Aptos"/>
              </a:rPr>
              <a:t>Data Merging</a:t>
            </a:r>
            <a:endParaRPr lang="en-GB">
              <a:highlight>
                <a:srgbClr val="FFFFFF"/>
              </a:highlight>
              <a:latin typeface="Aptos"/>
            </a:endParaRPr>
          </a:p>
        </p:txBody>
      </p:sp>
      <p:graphicFrame>
        <p:nvGraphicFramePr>
          <p:cNvPr id="5" name="Content Placeholder 2">
            <a:extLst>
              <a:ext uri="{FF2B5EF4-FFF2-40B4-BE49-F238E27FC236}">
                <a16:creationId xmlns:a16="http://schemas.microsoft.com/office/drawing/2014/main" id="{41108981-5557-DEE5-7385-62086BA7E6AF}"/>
              </a:ext>
            </a:extLst>
          </p:cNvPr>
          <p:cNvGraphicFramePr>
            <a:graphicFrameLocks noGrp="1"/>
          </p:cNvGraphicFramePr>
          <p:nvPr>
            <p:ph idx="1"/>
            <p:extLst>
              <p:ext uri="{D42A27DB-BD31-4B8C-83A1-F6EECF244321}">
                <p14:modId xmlns:p14="http://schemas.microsoft.com/office/powerpoint/2010/main" val="362063085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1629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0FE0D5-0D12-C478-8D9B-B50414E3E8A3}"/>
              </a:ext>
            </a:extLst>
          </p:cNvPr>
          <p:cNvSpPr>
            <a:spLocks noGrp="1"/>
          </p:cNvSpPr>
          <p:nvPr>
            <p:ph type="title"/>
          </p:nvPr>
        </p:nvSpPr>
        <p:spPr>
          <a:xfrm>
            <a:off x="761803" y="350196"/>
            <a:ext cx="4646904" cy="1624520"/>
          </a:xfrm>
        </p:spPr>
        <p:txBody>
          <a:bodyPr anchor="ctr">
            <a:normAutofit/>
          </a:bodyPr>
          <a:lstStyle/>
          <a:p>
            <a:r>
              <a:rPr lang="en-GB" sz="4000" b="1">
                <a:highlight>
                  <a:srgbClr val="FFFFFF"/>
                </a:highlight>
                <a:latin typeface="Aptos"/>
              </a:rPr>
              <a:t>Issues &amp; Problems Encountered</a:t>
            </a:r>
            <a:endParaRPr lang="en-GB" sz="4000">
              <a:highlight>
                <a:srgbClr val="FFFFFF"/>
              </a:highlight>
              <a:latin typeface="Aptos"/>
            </a:endParaRPr>
          </a:p>
        </p:txBody>
      </p:sp>
      <p:sp>
        <p:nvSpPr>
          <p:cNvPr id="7" name="Content Placeholder 2">
            <a:extLst>
              <a:ext uri="{FF2B5EF4-FFF2-40B4-BE49-F238E27FC236}">
                <a16:creationId xmlns:a16="http://schemas.microsoft.com/office/drawing/2014/main" id="{CD9F58A5-C9B3-6CD3-2598-1F69EA5ED04D}"/>
              </a:ext>
            </a:extLst>
          </p:cNvPr>
          <p:cNvSpPr>
            <a:spLocks noGrp="1"/>
          </p:cNvSpPr>
          <p:nvPr>
            <p:ph idx="1"/>
          </p:nvPr>
        </p:nvSpPr>
        <p:spPr>
          <a:xfrm>
            <a:off x="761802" y="2743200"/>
            <a:ext cx="4646905" cy="3613149"/>
          </a:xfrm>
        </p:spPr>
        <p:txBody>
          <a:bodyPr vert="horz" lIns="91440" tIns="45720" rIns="91440" bIns="45720" rtlCol="0" anchor="ctr">
            <a:normAutofit/>
          </a:bodyPr>
          <a:lstStyle/>
          <a:p>
            <a:pPr marL="0" indent="0">
              <a:buNone/>
            </a:pPr>
            <a:r>
              <a:rPr lang="en-GB" sz="1900">
                <a:highlight>
                  <a:srgbClr val="FFFFFF"/>
                </a:highlight>
              </a:rPr>
              <a:t>Our main issues were:</a:t>
            </a:r>
          </a:p>
          <a:p>
            <a:r>
              <a:rPr lang="en-GB" sz="1900">
                <a:highlight>
                  <a:srgbClr val="FFFFFF"/>
                </a:highlight>
              </a:rPr>
              <a:t>Aligning data columns without ruining the data or creating a bad final product was a big challenge at first.</a:t>
            </a:r>
          </a:p>
          <a:p>
            <a:r>
              <a:rPr lang="en-GB" sz="1900">
                <a:highlight>
                  <a:srgbClr val="FFFFFF"/>
                </a:highlight>
              </a:rPr>
              <a:t>We struggled with GitHub's pull/push commands, leading to some confusion during the process.</a:t>
            </a:r>
          </a:p>
          <a:p>
            <a:r>
              <a:rPr lang="en-GB" sz="1900">
                <a:highlight>
                  <a:srgbClr val="FFFFFF"/>
                </a:highlight>
              </a:rPr>
              <a:t>Some changes we made were accidentally moved into the </a:t>
            </a:r>
            <a:r>
              <a:rPr lang="en-GB" sz="1900" b="1">
                <a:highlight>
                  <a:srgbClr val="FFFFFF"/>
                </a:highlight>
              </a:rPr>
              <a:t>master</a:t>
            </a:r>
            <a:r>
              <a:rPr lang="en-GB" sz="1900">
                <a:highlight>
                  <a:srgbClr val="FFFFFF"/>
                </a:highlight>
              </a:rPr>
              <a:t> branch or lost during pushes. We have since fixed our mistakes.</a:t>
            </a:r>
          </a:p>
          <a:p>
            <a:endParaRPr lang="en-GB" sz="1900"/>
          </a:p>
        </p:txBody>
      </p:sp>
      <p:pic>
        <p:nvPicPr>
          <p:cNvPr id="8" name="Picture 7">
            <a:extLst>
              <a:ext uri="{FF2B5EF4-FFF2-40B4-BE49-F238E27FC236}">
                <a16:creationId xmlns:a16="http://schemas.microsoft.com/office/drawing/2014/main" id="{5168631F-A0DC-B8A8-5218-C12DE63B323B}"/>
              </a:ext>
            </a:extLst>
          </p:cNvPr>
          <p:cNvPicPr>
            <a:picLocks noChangeAspect="1"/>
          </p:cNvPicPr>
          <p:nvPr/>
        </p:nvPicPr>
        <p:blipFill>
          <a:blip r:embed="rId2"/>
          <a:srcRect l="25090" r="27982" b="6250"/>
          <a:stretch>
            <a:fillRect/>
          </a:stretch>
        </p:blipFill>
        <p:spPr>
          <a:xfrm>
            <a:off x="6096000" y="1"/>
            <a:ext cx="6102825" cy="6858000"/>
          </a:xfrm>
          <a:prstGeom prst="rect">
            <a:avLst/>
          </a:prstGeom>
        </p:spPr>
      </p:pic>
    </p:spTree>
    <p:extLst>
      <p:ext uri="{BB962C8B-B14F-4D97-AF65-F5344CB8AC3E}">
        <p14:creationId xmlns:p14="http://schemas.microsoft.com/office/powerpoint/2010/main" val="2823549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FF62-A6CA-4780-E4D2-80ACFCD722C3}"/>
              </a:ext>
            </a:extLst>
          </p:cNvPr>
          <p:cNvSpPr>
            <a:spLocks noGrp="1"/>
          </p:cNvSpPr>
          <p:nvPr>
            <p:ph type="title"/>
          </p:nvPr>
        </p:nvSpPr>
        <p:spPr/>
        <p:txBody>
          <a:bodyPr>
            <a:normAutofit/>
          </a:bodyPr>
          <a:lstStyle/>
          <a:p>
            <a:pPr algn="ctr"/>
            <a:r>
              <a:rPr lang="en-GB" sz="2800" b="1">
                <a:highlight>
                  <a:srgbClr val="FFFFFF"/>
                </a:highlight>
                <a:latin typeface="Aptos"/>
              </a:rPr>
              <a:t>Future Roadmap</a:t>
            </a:r>
            <a:endParaRPr lang="en-GB" sz="2800">
              <a:highlight>
                <a:srgbClr val="FFFFFF"/>
              </a:highlight>
              <a:latin typeface="Aptos"/>
            </a:endParaRPr>
          </a:p>
        </p:txBody>
      </p:sp>
      <p:graphicFrame>
        <p:nvGraphicFramePr>
          <p:cNvPr id="5" name="Content Placeholder 2">
            <a:extLst>
              <a:ext uri="{FF2B5EF4-FFF2-40B4-BE49-F238E27FC236}">
                <a16:creationId xmlns:a16="http://schemas.microsoft.com/office/drawing/2014/main" id="{F08DE5FE-8900-98A3-CC68-817E1316BC77}"/>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9126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Iteration 1 Report: Multi – Label Book Genre Classification</vt:lpstr>
      <vt:lpstr>Data Preparation / Data Cleaning</vt:lpstr>
      <vt:lpstr>Data Merging</vt:lpstr>
      <vt:lpstr>Issues &amp; Problems Encountered</vt:lpstr>
      <vt:lpstr>Future Roadmap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33</cp:revision>
  <dcterms:created xsi:type="dcterms:W3CDTF">2026-03-04T21:56:15Z</dcterms:created>
  <dcterms:modified xsi:type="dcterms:W3CDTF">2026-03-05T08:55:08Z</dcterms:modified>
</cp:coreProperties>
</file>